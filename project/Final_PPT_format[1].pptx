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3" r:id="rId4"/>
    <p:sldId id="274" r:id="rId5"/>
    <p:sldId id="276" r:id="rId6"/>
    <p:sldId id="279" r:id="rId7"/>
    <p:sldId id="282" r:id="rId8"/>
    <p:sldId id="275" r:id="rId9"/>
    <p:sldId id="283" r:id="rId10"/>
    <p:sldId id="284" r:id="rId11"/>
    <p:sldId id="285" r:id="rId12"/>
    <p:sldId id="286" r:id="rId13"/>
    <p:sldId id="288" r:id="rId14"/>
    <p:sldId id="289" r:id="rId15"/>
    <p:sldId id="290" r:id="rId16"/>
    <p:sldId id="291" r:id="rId17"/>
    <p:sldId id="292" r:id="rId18"/>
  </p:sldIdLst>
  <p:sldSz cx="12192000" cy="6858000"/>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24" userDrawn="1">
          <p15:clr>
            <a:srgbClr val="A4A3A4"/>
          </p15:clr>
        </p15:guide>
        <p15:guide id="2" pos="38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1019"/>
    <p:restoredTop sz="94660"/>
  </p:normalViewPr>
  <p:slideViewPr>
    <p:cSldViewPr snapToGrid="0" showGuides="1">
      <p:cViewPr varScale="1">
        <p:scale>
          <a:sx n="88" d="100"/>
          <a:sy n="88" d="100"/>
        </p:scale>
        <p:origin x="1080" y="176"/>
      </p:cViewPr>
      <p:guideLst>
        <p:guide orient="horz" pos="2124"/>
        <p:guide pos="380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10" name="Picture 2" descr="\\DROBO-FS\QuickDrops\JB\PPTX NG\Droplets\LightingOverlay.png"/>
          <p:cNvPicPr>
            <a:picLocks noChangeAspect="1" noChangeArrowheads="1"/>
          </p:cNvPicPr>
          <p:nvPr/>
        </p:nvPicPr>
        <p:blipFill>
          <a:blip r:embed="rId3">
            <a:alphaModFix amt="30000"/>
            <a:duotone>
              <a:prstClr val="black"/>
              <a:schemeClr val="tx2">
                <a:tint val="45000"/>
                <a:satMod val="400000"/>
              </a:schemeClr>
            </a:duotone>
          </a:blip>
          <a:srcRect/>
          <a:stretch>
            <a:fillRect/>
          </a:stretch>
        </p:blipFill>
        <p:spPr bwMode="auto">
          <a:xfrm>
            <a:off x="0" y="-1"/>
            <a:ext cx="12192003" cy="6858001"/>
          </a:xfrm>
          <a:prstGeom prst="rect">
            <a:avLst/>
          </a:prstGeom>
          <a:noFill/>
        </p:spPr>
      </p:pic>
      <p:sp>
        <p:nvSpPr>
          <p:cNvPr id="2" name="Title 1"/>
          <p:cNvSpPr>
            <a:spLocks noGrp="1"/>
          </p:cNvSpPr>
          <p:nvPr>
            <p:ph type="ctrTitle"/>
          </p:nvPr>
        </p:nvSpPr>
        <p:spPr>
          <a:xfrm>
            <a:off x="1876424" y="1122363"/>
            <a:ext cx="8791575" cy="2387600"/>
          </a:xfrm>
        </p:spPr>
        <p:txBody>
          <a:bodyPr anchor="b"/>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48" name="Group 10"/>
          <p:cNvGrpSpPr/>
          <p:nvPr/>
        </p:nvGrpSpPr>
        <p:grpSpPr>
          <a:xfrm>
            <a:off x="0" y="0"/>
            <a:ext cx="2305051" cy="6858001"/>
            <a:chOff x="0" y="0"/>
            <a:chExt cx="2305051" cy="6858001"/>
          </a:xfrm>
          <a:gradFill flip="none" rotWithShape="1">
            <a:gsLst>
              <a:gs pos="0">
                <a:schemeClr val="tx2"/>
              </a:gs>
              <a:gs pos="100000">
                <a:schemeClr val="tx2">
                  <a:lumMod val="75000"/>
                </a:schemeClr>
              </a:gs>
            </a:gsLst>
            <a:lin ang="5400000" scaled="0"/>
            <a:tileRect/>
          </a:gradFill>
        </p:grpSpPr>
        <p:sp>
          <p:nvSpPr>
            <p:cNvPr id="49" name="Rectangle 48"/>
            <p:cNvSpPr>
              <a:spLocks noChangeArrowheads="1"/>
            </p:cNvSpPr>
            <p:nvPr/>
          </p:nvSpPr>
          <p:spPr bwMode="auto">
            <a:xfrm>
              <a:off x="1209675" y="4763"/>
              <a:ext cx="23813" cy="2181225"/>
            </a:xfrm>
            <a:prstGeom prst="rect">
              <a:avLst/>
            </a:prstGeom>
            <a:grpFill/>
            <a:ln>
              <a:noFill/>
            </a:ln>
          </p:spPr>
        </p:sp>
        <p:sp>
          <p:nvSpPr>
            <p:cNvPr id="50" name="Freeform 49"/>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51" name="Freeform 50"/>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52" name="Rectangle 51"/>
            <p:cNvSpPr>
              <a:spLocks noChangeArrowheads="1"/>
            </p:cNvSpPr>
            <p:nvPr/>
          </p:nvSpPr>
          <p:spPr bwMode="auto">
            <a:xfrm>
              <a:off x="414338" y="9525"/>
              <a:ext cx="28575" cy="4481513"/>
            </a:xfrm>
            <a:prstGeom prst="rect">
              <a:avLst/>
            </a:prstGeom>
            <a:grpFill/>
            <a:ln>
              <a:noFill/>
            </a:ln>
          </p:spPr>
        </p:sp>
        <p:sp>
          <p:nvSpPr>
            <p:cNvPr id="53" name="Freeform 52"/>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54" name="Freeform 53"/>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p:spPr>
        </p:sp>
        <p:sp>
          <p:nvSpPr>
            <p:cNvPr id="55" name="Freeform 54"/>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p:spPr>
        </p:sp>
        <p:sp>
          <p:nvSpPr>
            <p:cNvPr id="56" name="Freeform 55"/>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57" name="Freeform 56"/>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p:spPr>
        </p:sp>
        <p:sp>
          <p:nvSpPr>
            <p:cNvPr id="58" name="Freeform 57"/>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59" name="Freeform 58"/>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60" name="Freeform 59"/>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61" name="Freeform 60"/>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p:spPr>
        </p:sp>
        <p:sp>
          <p:nvSpPr>
            <p:cNvPr id="62" name="Freeform 61"/>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63" name="Freeform 62"/>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p:spPr>
        </p:sp>
        <p:sp>
          <p:nvSpPr>
            <p:cNvPr id="1024" name="Freeform 1023"/>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p:spPr>
        </p:sp>
        <p:sp>
          <p:nvSpPr>
            <p:cNvPr id="1025" name="Freeform 1024"/>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26" name="Freeform 1025"/>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p:spPr>
        </p:sp>
        <p:sp>
          <p:nvSpPr>
            <p:cNvPr id="1027" name="Freeform 1026"/>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p:spPr>
        </p:sp>
        <p:sp>
          <p:nvSpPr>
            <p:cNvPr id="1028" name="Freeform 1027"/>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p:spPr>
        </p:sp>
        <p:sp>
          <p:nvSpPr>
            <p:cNvPr id="1030" name="Freeform 1029"/>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p:spPr>
        </p:sp>
        <p:sp>
          <p:nvSpPr>
            <p:cNvPr id="1031" name="Freeform 1030"/>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32" name="Freeform 1031"/>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p:spPr>
        </p:sp>
        <p:sp>
          <p:nvSpPr>
            <p:cNvPr id="1033" name="Freeform 1032"/>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34" name="Freeform 1033"/>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p:spPr>
        </p:sp>
        <p:sp>
          <p:nvSpPr>
            <p:cNvPr id="1035" name="Freeform 1034"/>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36" name="Freeform 1035"/>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p:spPr>
        </p:sp>
        <p:sp>
          <p:nvSpPr>
            <p:cNvPr id="1037" name="Freeform 1036"/>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38" name="Rectangle 1037"/>
            <p:cNvSpPr>
              <a:spLocks noChangeArrowheads="1"/>
            </p:cNvSpPr>
            <p:nvPr/>
          </p:nvSpPr>
          <p:spPr bwMode="auto">
            <a:xfrm>
              <a:off x="642938" y="6610350"/>
              <a:ext cx="23813" cy="242888"/>
            </a:xfrm>
            <a:prstGeom prst="rect">
              <a:avLst/>
            </a:prstGeom>
            <a:grpFill/>
            <a:ln>
              <a:noFill/>
            </a:ln>
          </p:spPr>
        </p:sp>
        <p:sp>
          <p:nvSpPr>
            <p:cNvPr id="1039" name="Freeform 1038"/>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0" name="Freeform 1039"/>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p:spPr>
        </p:sp>
        <p:sp>
          <p:nvSpPr>
            <p:cNvPr id="1041" name="Freeform 1040"/>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p:spPr>
        </p:sp>
        <p:sp>
          <p:nvSpPr>
            <p:cNvPr id="1042" name="Freeform 1041"/>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p:spPr>
        </p:sp>
        <p:sp>
          <p:nvSpPr>
            <p:cNvPr id="1043" name="Freeform 1042"/>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p:spPr>
        </p:sp>
        <p:sp>
          <p:nvSpPr>
            <p:cNvPr id="1044" name="Freeform 1043"/>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1045" name="Freeform 1044"/>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1046" name="Freeform 1045"/>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p:spPr>
        </p:sp>
        <p:sp>
          <p:nvSpPr>
            <p:cNvPr id="1047" name="Freeform 1046"/>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p:spPr>
        </p:sp>
        <p:sp>
          <p:nvSpPr>
            <p:cNvPr id="1048" name="Freeform 1047"/>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p:spPr>
        </p:sp>
        <p:sp>
          <p:nvSpPr>
            <p:cNvPr id="1049" name="Freeform 1048"/>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1050" name="Rectangle 1049"/>
            <p:cNvSpPr>
              <a:spLocks noChangeArrowheads="1"/>
            </p:cNvSpPr>
            <p:nvPr/>
          </p:nvSpPr>
          <p:spPr bwMode="auto">
            <a:xfrm>
              <a:off x="1228725" y="4662488"/>
              <a:ext cx="23813" cy="2181225"/>
            </a:xfrm>
            <a:prstGeom prst="rect">
              <a:avLst/>
            </a:prstGeom>
            <a:grpFill/>
            <a:ln>
              <a:noFill/>
            </a:ln>
          </p:spPr>
        </p:sp>
        <p:sp>
          <p:nvSpPr>
            <p:cNvPr id="1051" name="Freeform 1050"/>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p:spPr>
        </p:sp>
        <p:sp>
          <p:nvSpPr>
            <p:cNvPr id="1052" name="Freeform 1051"/>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53" name="Freeform 1052"/>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p:spPr>
        </p:sp>
        <p:sp>
          <p:nvSpPr>
            <p:cNvPr id="1054" name="Freeform 1053"/>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55" name="Freeform 1054"/>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56" name="Freeform 1055"/>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p:spPr>
        </p:sp>
        <p:sp>
          <p:nvSpPr>
            <p:cNvPr id="1057" name="Freeform 1056"/>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1058" name="Freeform 1057"/>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59" name="Freeform 1058"/>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60" name="Freeform 1059"/>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p:spPr>
        </p:sp>
        <p:sp>
          <p:nvSpPr>
            <p:cNvPr id="1061" name="Freeform 1060"/>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sp>
          <p:nvSpPr>
            <p:cNvPr id="1062" name="Freeform 1061"/>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p:spPr>
        </p:sp>
        <p:sp>
          <p:nvSpPr>
            <p:cNvPr id="1063" name="Freeform 1062"/>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p:spPr>
        </p:sp>
      </p:grpSp>
      <p:sp>
        <p:nvSpPr>
          <p:cNvPr id="1064" name="Date Placeholder 3"/>
          <p:cNvSpPr>
            <a:spLocks noGrp="1"/>
          </p:cNvSpPr>
          <p:nvPr>
            <p:ph type="dt" sz="half" idx="2"/>
          </p:nvPr>
        </p:nvSpPr>
        <p:spPr>
          <a:xfrm>
            <a:off x="7077075" y="541020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83C2A84D-2DEB-E449-AFAF-E2E0E75787BD}"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65" name="Footer Placeholder 4"/>
          <p:cNvSpPr>
            <a:spLocks noGrp="1"/>
          </p:cNvSpPr>
          <p:nvPr>
            <p:ph type="ftr" sz="quarter" idx="3"/>
          </p:nvPr>
        </p:nvSpPr>
        <p:spPr>
          <a:xfrm>
            <a:off x="1876425" y="5410200"/>
            <a:ext cx="512445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1066" name="Slide Number Placeholder 5"/>
          <p:cNvSpPr>
            <a:spLocks noGrp="1"/>
          </p:cNvSpPr>
          <p:nvPr>
            <p:ph type="sldNum" sz="quarter" idx="4"/>
          </p:nvPr>
        </p:nvSpPr>
        <p:spPr>
          <a:xfrm>
            <a:off x="9896475" y="5410200"/>
            <a:ext cx="771525"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en-US" altLang="en-US">
                <a:latin typeface="Tw Cen MT" pitchFamily="34" charset="0"/>
              </a:rPr>
            </a:fld>
            <a:endParaRPr lang="en-US" altLang="en-US">
              <a:latin typeface="Tw Cen MT"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14E3A864-9C0D-D948-ACFA-23F2872D0E77}"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a:fld>
            <a:endParaRPr lang="en-US" altLang="en-US">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14E3A864-9C0D-D948-ACFA-23F2872D0E77}"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a:fld>
            <a:endParaRPr lang="en-US" altLang="en-US">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14E3A864-9C0D-D948-ACFA-23F2872D0E77}"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en-US"/>
            </a:fld>
            <a:endParaRPr lang="en-US" altLang="en-US">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14E3A864-9C0D-D948-ACFA-23F2872D0E77}"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n-US" altLang="en-US"/>
            </a:fld>
            <a:endParaRPr lang="en-US" altLang="en-US">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14E3A864-9C0D-D948-ACFA-23F2872D0E77}"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altLang="en-US"/>
            </a:fld>
            <a:endParaRPr lang="en-US" altLang="en-US">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14E3A864-9C0D-D948-ACFA-23F2872D0E77}"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US" altLang="en-US"/>
            </a:fld>
            <a:endParaRPr lang="en-US" altLang="en-US">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14E3A864-9C0D-D948-ACFA-23F2872D0E77}"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en-US"/>
            </a:fld>
            <a:endParaRPr lang="en-US" altLang="en-US">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ts val="1000"/>
              </a:spcBef>
              <a:spcAft>
                <a:spcPct val="0"/>
              </a:spcAft>
              <a:buClrTx/>
              <a:buSzPct val="125000"/>
              <a:buFont typeface="Arial" panose="020B0604020202020204" pitchFamily="34" charset="0"/>
              <a:buNone/>
              <a:defRPr/>
            </a:pPr>
            <a:r>
              <a:rPr kumimoji="0" lang="en-US" sz="3200" b="0" i="0" u="none" strike="noStrike" kern="1200" cap="none" spc="0" normalizeH="0" baseline="0" noProof="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14E3A864-9C0D-D948-ACFA-23F2872D0E77}"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en-US"/>
            </a:fld>
            <a:endParaRPr lang="en-US" altLang="en-US">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wrap="square" lIns="91440" tIns="45720" rIns="91440" bIns="45720" numCol="1" rtlCol="0" anchor="t" anchorCtr="0" compatLnSpc="1">
            <a:normAutofit/>
          </a:bodyPr>
          <a:lstStyle>
            <a:lvl1pPr>
              <a:buNone/>
              <a:defRPr lang="en-US" sz="3200"/>
            </a:lvl1pPr>
          </a:lstStyle>
          <a:p>
            <a:pPr marL="228600" marR="0" lvl="0" indent="-228600" algn="l" defTabSz="914400" rtl="0" eaLnBrk="0" fontAlgn="base" latinLnBrk="0" hangingPunct="0">
              <a:lnSpc>
                <a:spcPct val="120000"/>
              </a:lnSpc>
              <a:spcBef>
                <a:spcPts val="1000"/>
              </a:spcBef>
              <a:spcAft>
                <a:spcPct val="0"/>
              </a:spcAft>
              <a:buClrTx/>
              <a:buSzPct val="125000"/>
              <a:buFont typeface="Arial" panose="020B0604020202020204" pitchFamily="34" charset="0"/>
              <a:buNone/>
              <a:defRPr/>
            </a:pPr>
            <a:r>
              <a:rPr kumimoji="0" lang="en-US" sz="3200" b="0" i="0" u="none" strike="noStrike" kern="1200" cap="none" spc="0" normalizeH="0" baseline="0" noProof="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14E3A864-9C0D-D948-ACFA-23F2872D0E77}"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en-US"/>
            </a:fld>
            <a:endParaRPr lang="en-US" altLang="en-US">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3" name="Date Placeholder 2"/>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14E3A864-9C0D-D948-ACFA-23F2872D0E77}"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a:fld>
            <a:endParaRPr lang="en-US" altLang="en-US">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10" name="TextBox 9"/>
          <p:cNvSpPr txBox="1"/>
          <p:nvPr/>
        </p:nvSpPr>
        <p:spPr>
          <a:xfrm>
            <a:off x="903288" y="731838"/>
            <a:ext cx="609600" cy="585788"/>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marL="0" marR="0" lvl="0" indent="0" algn="r" defTabSz="914400" rtl="0" eaLnBrk="1" fontAlgn="auto" latinLnBrk="0" hangingPunct="1">
              <a:lnSpc>
                <a:spcPct val="100000"/>
              </a:lnSpc>
              <a:spcBef>
                <a:spcPct val="0"/>
              </a:spcBef>
              <a:spcAft>
                <a:spcPts val="0"/>
              </a:spcAft>
              <a:buClrTx/>
              <a:buSzTx/>
              <a:buFontTx/>
              <a:buNone/>
              <a:defRPr/>
            </a:pPr>
            <a:r>
              <a:rPr kumimoji="0" lang="en-US" sz="8000" b="0" i="0" u="none" strike="noStrike" kern="1200" cap="all" spc="0" normalizeH="0" baseline="0" noProof="0" dirty="0">
                <a:ln w="3175" cmpd="sng">
                  <a:noFill/>
                </a:ln>
                <a:solidFill>
                  <a:schemeClr val="tx1"/>
                </a:solidFill>
                <a:effectLst/>
                <a:uLnTx/>
                <a:uFillTx/>
                <a:latin typeface="+mj-lt"/>
                <a:ea typeface="+mj-ea"/>
                <a:cs typeface="Trebuchet MS" panose="020B0603020202020204"/>
              </a:rPr>
              <a:t>“</a:t>
            </a:r>
            <a:endParaRPr kumimoji="0" lang="en-US" sz="8000" b="0" i="0" u="none" strike="noStrike" kern="1200" cap="all" spc="0" normalizeH="0" baseline="0" noProof="0" dirty="0">
              <a:ln w="3175" cmpd="sng">
                <a:noFill/>
              </a:ln>
              <a:solidFill>
                <a:schemeClr val="tx1"/>
              </a:solidFill>
              <a:effectLst/>
              <a:uLnTx/>
              <a:uFillTx/>
              <a:latin typeface="+mj-lt"/>
              <a:ea typeface="+mj-ea"/>
              <a:cs typeface="Trebuchet MS" panose="020B0603020202020204"/>
            </a:endParaRPr>
          </a:p>
        </p:txBody>
      </p:sp>
      <p:sp>
        <p:nvSpPr>
          <p:cNvPr id="48" name="TextBox 47"/>
          <p:cNvSpPr txBox="1"/>
          <p:nvPr/>
        </p:nvSpPr>
        <p:spPr>
          <a:xfrm>
            <a:off x="10537825" y="2765425"/>
            <a:ext cx="6096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marL="0" marR="0" lvl="0" indent="0" algn="r" defTabSz="914400" rtl="0" eaLnBrk="1" fontAlgn="auto" latinLnBrk="0" hangingPunct="1">
              <a:lnSpc>
                <a:spcPct val="100000"/>
              </a:lnSpc>
              <a:spcBef>
                <a:spcPct val="0"/>
              </a:spcBef>
              <a:spcAft>
                <a:spcPts val="0"/>
              </a:spcAft>
              <a:buClrTx/>
              <a:buSzTx/>
              <a:buFontTx/>
              <a:buNone/>
              <a:defRPr/>
            </a:pPr>
            <a:r>
              <a:rPr kumimoji="0" lang="en-US" sz="8000" b="0" i="0" u="none" strike="noStrike" kern="1200" cap="all" spc="0" normalizeH="0" baseline="0" noProof="0" dirty="0">
                <a:ln w="3175" cmpd="sng">
                  <a:noFill/>
                </a:ln>
                <a:solidFill>
                  <a:schemeClr val="tx1"/>
                </a:solidFill>
                <a:effectLst/>
                <a:uLnTx/>
                <a:uFillTx/>
                <a:latin typeface="+mj-lt"/>
                <a:ea typeface="+mj-ea"/>
                <a:cs typeface="Trebuchet MS" panose="020B0603020202020204"/>
              </a:rPr>
              <a:t>”</a:t>
            </a:r>
            <a:endParaRPr kumimoji="0" lang="en-US" sz="8000" b="0" i="0" u="none" strike="noStrike" kern="1200" cap="all" spc="0" normalizeH="0" baseline="0" noProof="0" dirty="0">
              <a:ln w="3175" cmpd="sng">
                <a:noFill/>
              </a:ln>
              <a:solidFill>
                <a:schemeClr val="tx1"/>
              </a:solidFill>
              <a:effectLst/>
              <a:uLnTx/>
              <a:uFillTx/>
              <a:latin typeface="+mj-lt"/>
              <a:ea typeface="+mj-ea"/>
              <a:cs typeface="Trebuchet MS" panose="020B0603020202020204"/>
            </a:endParaRPr>
          </a:p>
        </p:txBody>
      </p:sp>
      <p:sp>
        <p:nvSpPr>
          <p:cNvPr id="2" name="Title 1"/>
          <p:cNvSpPr>
            <a:spLocks noGrp="1"/>
          </p:cNvSpPr>
          <p:nvPr>
            <p:ph type="title"/>
          </p:nvPr>
        </p:nvSpPr>
        <p:spPr>
          <a:xfrm>
            <a:off x="1446212" y="609599"/>
            <a:ext cx="9302752" cy="2748429"/>
          </a:xfrm>
        </p:spPr>
        <p:txBody>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49" name="Date Placeholder 4"/>
          <p:cNvSpPr>
            <a:spLocks noGrp="1"/>
          </p:cNvSpPr>
          <p:nvPr>
            <p:ph type="dt" sz="half" idx="12"/>
          </p:nvPr>
        </p:nvSpPr>
        <p:spPr>
          <a:xfrm>
            <a:off x="7456488" y="5883275"/>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D366A04D-F83C-8C4E-8D9B-402724F9E936}"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0" name="Footer Placeholder 5"/>
          <p:cNvSpPr>
            <a:spLocks noGrp="1"/>
          </p:cNvSpPr>
          <p:nvPr>
            <p:ph type="ftr" sz="quarter" idx="3"/>
          </p:nvPr>
        </p:nvSpPr>
        <p:spPr>
          <a:xfrm>
            <a:off x="1141413" y="5883275"/>
            <a:ext cx="6238875"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51" name="Slide Number Placeholder 6"/>
          <p:cNvSpPr>
            <a:spLocks noGrp="1"/>
          </p:cNvSpPr>
          <p:nvPr>
            <p:ph type="sldNum" sz="quarter" idx="4"/>
          </p:nvPr>
        </p:nvSpPr>
        <p:spPr>
          <a:xfrm>
            <a:off x="10275888" y="5883275"/>
            <a:ext cx="771525"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en-US" altLang="en-US">
                <a:latin typeface="Tw Cen MT" pitchFamily="34" charset="0"/>
              </a:rPr>
            </a:fld>
            <a:endParaRPr lang="en-US" altLang="en-US">
              <a:latin typeface="Tw Cen MT"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3" name="Date Placeholder 2"/>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14E3A864-9C0D-D948-ACFA-23F2872D0E77}"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a:fld>
            <a:endParaRPr lang="en-US" altLang="en-US">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8" name="Text Placeholder 3"/>
          <p:cNvSpPr>
            <a:spLocks noGrp="1"/>
          </p:cNvSpPr>
          <p:nvPr>
            <p:ph type="body" sz="half" idx="15"/>
          </p:nvPr>
        </p:nvSpPr>
        <p:spPr>
          <a:xfrm>
            <a:off x="1127918" y="3360263"/>
            <a:ext cx="3208735" cy="2430936"/>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 name="Text Placeholder 3"/>
          <p:cNvSpPr>
            <a:spLocks noGrp="1"/>
          </p:cNvSpPr>
          <p:nvPr>
            <p:ph type="body" sz="half" idx="16"/>
          </p:nvPr>
        </p:nvSpPr>
        <p:spPr>
          <a:xfrm>
            <a:off x="4504213" y="3363435"/>
            <a:ext cx="3195830" cy="2430936"/>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2" name="Text Placeholder 3"/>
          <p:cNvSpPr>
            <a:spLocks noGrp="1"/>
          </p:cNvSpPr>
          <p:nvPr>
            <p:ph type="body" sz="half" idx="17"/>
          </p:nvPr>
        </p:nvSpPr>
        <p:spPr>
          <a:xfrm>
            <a:off x="7852442" y="3360263"/>
            <a:ext cx="3194968" cy="2430936"/>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2" name="Date Placeholder 1"/>
          <p:cNvSpPr>
            <a:spLocks noGrp="1"/>
          </p:cNvSpPr>
          <p:nvPr>
            <p:ph type="dt" sz="half" idx="18"/>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14E3A864-9C0D-D948-ACFA-23F2872D0E77}"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9"/>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20"/>
          </p:nvPr>
        </p:nvSpPr>
        <p:spPr/>
        <p:txBody>
          <a:bodyPr/>
          <a:p>
            <a:pPr lvl="0" eaLnBrk="1" hangingPunct="1">
              <a:buNone/>
            </a:pPr>
            <a:fld id="{9A0DB2DC-4C9A-4742-B13C-FB6460FD3503}" type="slidenum">
              <a:rPr lang="en-US" altLang="en-US"/>
            </a:fld>
            <a:endParaRPr lang="en-US" altLang="en-US">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wrap="square" lIns="91440" tIns="45720" rIns="91440" bIns="45720" numCol="1" rtlCol="0" anchor="t" anchorCtr="0" compatLnSpc="1">
            <a:normAutofit/>
          </a:bodyPr>
          <a:lstStyle>
            <a:lvl1pPr>
              <a:buNone/>
              <a:defRPr lang="en-US" sz="2000" dirty="0"/>
            </a:lvl1pPr>
          </a:lstStyle>
          <a:p>
            <a:pPr marL="228600" marR="0" lvl="0" indent="-228600" algn="l" defTabSz="914400" rtl="0" eaLnBrk="0" fontAlgn="base" latinLnBrk="0" hangingPunct="0">
              <a:lnSpc>
                <a:spcPct val="120000"/>
              </a:lnSpc>
              <a:spcBef>
                <a:spcPts val="1000"/>
              </a:spcBef>
              <a:spcAft>
                <a:spcPct val="0"/>
              </a:spcAft>
              <a:buClrTx/>
              <a:buSzPct val="125000"/>
              <a:buFont typeface="Arial" panose="020B0604020202020204" pitchFamily="34" charset="0"/>
              <a:buNone/>
              <a:defRPr/>
            </a:pPr>
            <a:r>
              <a:rPr kumimoji="0" lang="en-US" sz="2000" b="0" i="0" u="none" strike="noStrike" kern="1200" cap="none" spc="0" normalizeH="0" baseline="0" noProof="0">
                <a:ln>
                  <a:noFill/>
                </a:ln>
                <a:solidFill>
                  <a:schemeClr val="tx1"/>
                </a:solidFill>
                <a:effectLst/>
                <a:uLnTx/>
                <a:uFillTx/>
                <a:latin typeface="+mn-lt"/>
                <a:ea typeface="+mn-ea"/>
                <a:cs typeface="+mn-cs"/>
              </a:rPr>
              <a:t>Click icon to add picture</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21" name="Text Placeholder 3"/>
          <p:cNvSpPr>
            <a:spLocks noGrp="1"/>
          </p:cNvSpPr>
          <p:nvPr>
            <p:ph type="body" sz="half" idx="18"/>
          </p:nvPr>
        </p:nvSpPr>
        <p:spPr>
          <a:xfrm>
            <a:off x="1141413" y="4980858"/>
            <a:ext cx="3195240" cy="817843"/>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wrap="square" lIns="91440" tIns="45720" rIns="91440" bIns="45720" numCol="1" rtlCol="0" anchor="t" anchorCtr="0" compatLnSpc="1">
            <a:normAutofit/>
          </a:bodyPr>
          <a:lstStyle>
            <a:lvl1pPr>
              <a:buNone/>
              <a:defRPr lang="en-US" sz="2000" dirty="0"/>
            </a:lvl1pPr>
          </a:lstStyle>
          <a:p>
            <a:pPr marL="228600" marR="0" lvl="0" indent="-228600" algn="l" defTabSz="914400" rtl="0" eaLnBrk="0" fontAlgn="base" latinLnBrk="0" hangingPunct="0">
              <a:lnSpc>
                <a:spcPct val="120000"/>
              </a:lnSpc>
              <a:spcBef>
                <a:spcPts val="1000"/>
              </a:spcBef>
              <a:spcAft>
                <a:spcPct val="0"/>
              </a:spcAft>
              <a:buClrTx/>
              <a:buSzPct val="125000"/>
              <a:buFont typeface="Arial" panose="020B0604020202020204" pitchFamily="34" charset="0"/>
              <a:buNone/>
              <a:defRPr/>
            </a:pPr>
            <a:r>
              <a:rPr kumimoji="0" lang="en-US" sz="2000" b="0" i="0" u="none" strike="noStrike" kern="1200" cap="none" spc="0" normalizeH="0" baseline="0" noProof="0">
                <a:ln>
                  <a:noFill/>
                </a:ln>
                <a:solidFill>
                  <a:schemeClr val="tx1"/>
                </a:solidFill>
                <a:effectLst/>
                <a:uLnTx/>
                <a:uFillTx/>
                <a:latin typeface="+mn-lt"/>
                <a:ea typeface="+mn-ea"/>
                <a:cs typeface="+mn-cs"/>
              </a:rPr>
              <a:t>Click icon to add picture</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24" name="Text Placeholder 3"/>
          <p:cNvSpPr>
            <a:spLocks noGrp="1"/>
          </p:cNvSpPr>
          <p:nvPr>
            <p:ph type="body" sz="half" idx="19"/>
          </p:nvPr>
        </p:nvSpPr>
        <p:spPr>
          <a:xfrm>
            <a:off x="4487593" y="4980857"/>
            <a:ext cx="3200400" cy="81034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wrap="square" lIns="91440" tIns="45720" rIns="91440" bIns="45720" numCol="1" rtlCol="0" anchor="t" anchorCtr="0" compatLnSpc="1">
            <a:normAutofit/>
          </a:bodyPr>
          <a:lstStyle>
            <a:lvl1pPr>
              <a:buNone/>
              <a:defRPr lang="en-US" sz="2000" dirty="0"/>
            </a:lvl1pPr>
          </a:lstStyle>
          <a:p>
            <a:pPr marL="228600" marR="0" lvl="0" indent="-228600" algn="l" defTabSz="914400" rtl="0" eaLnBrk="0" fontAlgn="base" latinLnBrk="0" hangingPunct="0">
              <a:lnSpc>
                <a:spcPct val="120000"/>
              </a:lnSpc>
              <a:spcBef>
                <a:spcPts val="1000"/>
              </a:spcBef>
              <a:spcAft>
                <a:spcPct val="0"/>
              </a:spcAft>
              <a:buClrTx/>
              <a:buSzPct val="125000"/>
              <a:buFont typeface="Arial" panose="020B0604020202020204" pitchFamily="34" charset="0"/>
              <a:buNone/>
              <a:defRPr/>
            </a:pPr>
            <a:r>
              <a:rPr kumimoji="0" lang="en-US" sz="2000" b="0" i="0" u="none" strike="noStrike" kern="1200" cap="none" spc="0" normalizeH="0" baseline="0" noProof="0">
                <a:ln>
                  <a:noFill/>
                </a:ln>
                <a:solidFill>
                  <a:schemeClr val="tx1"/>
                </a:solidFill>
                <a:effectLst/>
                <a:uLnTx/>
                <a:uFillTx/>
                <a:latin typeface="+mn-lt"/>
                <a:ea typeface="+mn-ea"/>
                <a:cs typeface="+mn-cs"/>
              </a:rPr>
              <a:t>Click icon to add picture</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27" name="Text Placeholder 3"/>
          <p:cNvSpPr>
            <a:spLocks noGrp="1"/>
          </p:cNvSpPr>
          <p:nvPr>
            <p:ph type="body" sz="half" idx="20"/>
          </p:nvPr>
        </p:nvSpPr>
        <p:spPr>
          <a:xfrm>
            <a:off x="7852442" y="4980854"/>
            <a:ext cx="3194968" cy="810345"/>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2" name="Date Placeholder 1"/>
          <p:cNvSpPr>
            <a:spLocks noGrp="1"/>
          </p:cNvSpPr>
          <p:nvPr>
            <p:ph type="dt" sz="half" idx="23"/>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14E3A864-9C0D-D948-ACFA-23F2872D0E77}"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24"/>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25"/>
          </p:nvPr>
        </p:nvSpPr>
        <p:spPr/>
        <p:txBody>
          <a:bodyPr/>
          <a:p>
            <a:pPr lvl="0" eaLnBrk="1" hangingPunct="1">
              <a:buNone/>
            </a:pPr>
            <a:fld id="{9A0DB2DC-4C9A-4742-B13C-FB6460FD3503}" type="slidenum">
              <a:rPr lang="en-US" altLang="en-US"/>
            </a:fld>
            <a:endParaRPr lang="en-US" altLang="en-US">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14E3A864-9C0D-D948-ACFA-23F2872D0E77}"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a:fld>
            <a:endParaRPr lang="en-US" altLang="en-US">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14E3A864-9C0D-D948-ACFA-23F2872D0E77}"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a:fld>
            <a:endParaRPr lang="en-US" altLang="en-US">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8"/>
          <a:stretch>
            <a:fillRect/>
          </a:stretch>
        </a:blipFill>
        <a:effectLst/>
      </p:bgPr>
    </p:bg>
    <p:spTree>
      <p:nvGrpSpPr>
        <p:cNvPr id="1" name=""/>
        <p:cNvGrpSpPr/>
        <p:nvPr/>
      </p:nvGrpSpPr>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blip>
          <a:srcRect/>
          <a:stretch>
            <a:fillRect/>
          </a:stretch>
        </p:blipFill>
        <p:spPr bwMode="auto">
          <a:xfrm>
            <a:off x="0" y="-1"/>
            <a:ext cx="12192003" cy="6858001"/>
          </a:xfrm>
          <a:prstGeom prst="rect">
            <a:avLst/>
          </a:prstGeom>
          <a:noFill/>
        </p:spPr>
      </p:pic>
      <p:grpSp>
        <p:nvGrpSpPr>
          <p:cNvPr id="3"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8"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p:spPr>
          </p:sp>
          <p:sp>
            <p:nvSpPr>
              <p:cNvPr id="37" name="Rectangle 21"/>
              <p:cNvSpPr>
                <a:spLocks noChangeArrowheads="1"/>
              </p:cNvSpPr>
              <p:nvPr/>
            </p:nvSpPr>
            <p:spPr bwMode="auto">
              <a:xfrm>
                <a:off x="133350" y="4662488"/>
                <a:ext cx="23813" cy="2181225"/>
              </a:xfrm>
              <a:prstGeom prst="rect">
                <a:avLst/>
              </a:prstGeom>
              <a:grpFill/>
              <a:ln>
                <a:noFill/>
              </a:ln>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grpSp>
        <p:grpSp>
          <p:nvGrpSpPr>
            <p:cNvPr id="9"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20" name="Rectangle 41"/>
              <p:cNvSpPr>
                <a:spLocks noChangeArrowheads="1"/>
              </p:cNvSpPr>
              <p:nvPr/>
            </p:nvSpPr>
            <p:spPr bwMode="auto">
              <a:xfrm>
                <a:off x="11939587" y="6596063"/>
                <a:ext cx="23813" cy="252413"/>
              </a:xfrm>
              <a:prstGeom prst="rect">
                <a:avLst/>
              </a:prstGeom>
              <a:grpFill/>
              <a:ln>
                <a:noFill/>
              </a:ln>
            </p:spPr>
          </p:sp>
        </p:grpSp>
      </p:grpSp>
      <p:sp>
        <p:nvSpPr>
          <p:cNvPr id="2" name="Title Placeholder 1"/>
          <p:cNvSpPr>
            <a:spLocks noGrp="1"/>
          </p:cNvSpPr>
          <p:nvPr>
            <p:ph type="title"/>
          </p:nvPr>
        </p:nvSpPr>
        <p:spPr>
          <a:xfrm>
            <a:off x="1141413" y="619125"/>
            <a:ext cx="9906000" cy="1477963"/>
          </a:xfrm>
          <a:prstGeom prst="rect">
            <a:avLst/>
          </a:prstGeom>
        </p:spPr>
        <p:txBody>
          <a:bodyPr vert="horz" lIns="91440" tIns="45720" rIns="91440" bIns="45720" rtlCol="0" anchor="ctr">
            <a:normAutofit/>
          </a:bodyPr>
          <a:lstStyle/>
          <a:p>
            <a:endParaRPr lang="en-US" dirty="0"/>
          </a:p>
        </p:txBody>
      </p:sp>
      <p:sp>
        <p:nvSpPr>
          <p:cNvPr id="1029" name="Text Placeholder 2"/>
          <p:cNvSpPr>
            <a:spLocks noGrp="1"/>
          </p:cNvSpPr>
          <p:nvPr>
            <p:ph type="body" idx="1"/>
          </p:nvPr>
        </p:nvSpPr>
        <p:spPr>
          <a:xfrm>
            <a:off x="1141413" y="2249488"/>
            <a:ext cx="9906000" cy="3541712"/>
          </a:xfrm>
          <a:prstGeom prst="rect">
            <a:avLst/>
          </a:prstGeom>
          <a:noFill/>
          <a:ln w="9525">
            <a:noFill/>
          </a:ln>
        </p:spPr>
        <p:txBody>
          <a:bodyPr/>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4" name="Date Placeholder 3"/>
          <p:cNvSpPr>
            <a:spLocks noGrp="1"/>
          </p:cNvSpPr>
          <p:nvPr>
            <p:ph type="dt" sz="half" idx="2"/>
          </p:nvPr>
        </p:nvSpPr>
        <p:spPr>
          <a:xfrm>
            <a:off x="7456488" y="5883275"/>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050">
                <a:solidFill>
                  <a:schemeClr val="tx1">
                    <a:tint val="75000"/>
                  </a:schemeClr>
                </a:solidFill>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14E3A864-9C0D-D948-ACFA-23F2872D0E77}" type="datetimeFigureOut">
              <a:rPr kumimoji="0" lang="en-US" sz="105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05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1141413" y="5883275"/>
            <a:ext cx="6238875" cy="365125"/>
          </a:xfrm>
          <a:prstGeom prst="rect">
            <a:avLst/>
          </a:prstGeom>
        </p:spPr>
        <p:txBody>
          <a:bodyPr vert="horz" lIns="91440" tIns="45720" rIns="91440" bIns="45720" rtlCol="0" anchor="ctr"/>
          <a:lstStyle>
            <a:lvl1pPr algn="l" eaLnBrk="1" fontAlgn="auto" hangingPunct="1">
              <a:spcBef>
                <a:spcPts val="0"/>
              </a:spcBef>
              <a:spcAft>
                <a:spcPts val="0"/>
              </a:spcAft>
              <a:defRPr sz="1050" cap="all" baseline="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50" b="0" i="0" u="none" strike="noStrike" kern="1200" cap="all"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10275888" y="5883275"/>
            <a:ext cx="771525" cy="365125"/>
          </a:xfrm>
          <a:prstGeom prst="rect">
            <a:avLst/>
          </a:prstGeom>
        </p:spPr>
        <p:txBody>
          <a:bodyPr vert="horz" wrap="square" lIns="91440" tIns="45720" rIns="91440" bIns="45720" numCol="1" anchor="ctr" anchorCtr="0" compatLnSpc="1"/>
          <a:lstStyle>
            <a:lvl1pPr algn="r">
              <a:defRPr sz="1000">
                <a:solidFill>
                  <a:srgbClr val="FFFFFF"/>
                </a:solidFill>
                <a:latin typeface="Tw Cen MT" pitchFamily="34" charset="0"/>
              </a:defRPr>
            </a:lvl1pPr>
          </a:lstStyle>
          <a:p>
            <a:pPr lvl="0" eaLnBrk="1" hangingPunct="1">
              <a:buNone/>
            </a:pPr>
            <a:fld id="{9A0DB2DC-4C9A-4742-B13C-FB6460FD3503}" type="slidenum">
              <a:rPr lang="en-US" altLang="en-US"/>
            </a:fld>
            <a:endParaRPr lang="en-US" altLang="en-US">
              <a:latin typeface="Arial" panose="020B0604020202020204" pitchFamily="34" charset="0"/>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rtl="0" eaLnBrk="0" fontAlgn="base" hangingPunct="0">
        <a:lnSpc>
          <a:spcPct val="90000"/>
        </a:lnSpc>
        <a:spcBef>
          <a:spcPct val="0"/>
        </a:spcBef>
        <a:spcAft>
          <a:spcPct val="0"/>
        </a:spcAft>
        <a:defRPr sz="3600" kern="1200" cap="all">
          <a:solidFill>
            <a:schemeClr val="tx1"/>
          </a:solidFill>
          <a:latin typeface="+mj-lt"/>
          <a:ea typeface="+mj-ea"/>
          <a:cs typeface="+mj-cs"/>
        </a:defRPr>
      </a:lvl1pPr>
      <a:lvl2pPr algn="l" rtl="0" eaLnBrk="0" fontAlgn="base" hangingPunct="0">
        <a:lnSpc>
          <a:spcPct val="90000"/>
        </a:lnSpc>
        <a:spcBef>
          <a:spcPct val="0"/>
        </a:spcBef>
        <a:spcAft>
          <a:spcPct val="0"/>
        </a:spcAft>
        <a:defRPr sz="3600">
          <a:solidFill>
            <a:schemeClr val="tx1"/>
          </a:solidFill>
          <a:latin typeface="Tw Cen MT" pitchFamily="34" charset="0"/>
        </a:defRPr>
      </a:lvl2pPr>
      <a:lvl3pPr algn="l" rtl="0" eaLnBrk="0" fontAlgn="base" hangingPunct="0">
        <a:lnSpc>
          <a:spcPct val="90000"/>
        </a:lnSpc>
        <a:spcBef>
          <a:spcPct val="0"/>
        </a:spcBef>
        <a:spcAft>
          <a:spcPct val="0"/>
        </a:spcAft>
        <a:defRPr sz="3600">
          <a:solidFill>
            <a:schemeClr val="tx1"/>
          </a:solidFill>
          <a:latin typeface="Tw Cen MT" pitchFamily="34" charset="0"/>
        </a:defRPr>
      </a:lvl3pPr>
      <a:lvl4pPr algn="l" rtl="0" eaLnBrk="0" fontAlgn="base" hangingPunct="0">
        <a:lnSpc>
          <a:spcPct val="90000"/>
        </a:lnSpc>
        <a:spcBef>
          <a:spcPct val="0"/>
        </a:spcBef>
        <a:spcAft>
          <a:spcPct val="0"/>
        </a:spcAft>
        <a:defRPr sz="3600">
          <a:solidFill>
            <a:schemeClr val="tx1"/>
          </a:solidFill>
          <a:latin typeface="Tw Cen MT" pitchFamily="34" charset="0"/>
        </a:defRPr>
      </a:lvl4pPr>
      <a:lvl5pPr algn="l" rtl="0" eaLnBrk="0" fontAlgn="base" hangingPunct="0">
        <a:lnSpc>
          <a:spcPct val="90000"/>
        </a:lnSpc>
        <a:spcBef>
          <a:spcPct val="0"/>
        </a:spcBef>
        <a:spcAft>
          <a:spcPct val="0"/>
        </a:spcAft>
        <a:defRPr sz="3600">
          <a:solidFill>
            <a:schemeClr val="tx1"/>
          </a:solidFill>
          <a:latin typeface="Tw Cen MT" pitchFamily="34" charset="0"/>
        </a:defRPr>
      </a:lvl5pPr>
      <a:lvl6pPr marL="457200" algn="l" rtl="0" fontAlgn="base">
        <a:lnSpc>
          <a:spcPct val="90000"/>
        </a:lnSpc>
        <a:spcBef>
          <a:spcPct val="0"/>
        </a:spcBef>
        <a:spcAft>
          <a:spcPct val="0"/>
        </a:spcAft>
        <a:defRPr sz="3600">
          <a:solidFill>
            <a:schemeClr val="tx1"/>
          </a:solidFill>
          <a:latin typeface="Tw Cen MT" pitchFamily="34" charset="0"/>
        </a:defRPr>
      </a:lvl6pPr>
      <a:lvl7pPr marL="914400" algn="l" rtl="0" fontAlgn="base">
        <a:lnSpc>
          <a:spcPct val="90000"/>
        </a:lnSpc>
        <a:spcBef>
          <a:spcPct val="0"/>
        </a:spcBef>
        <a:spcAft>
          <a:spcPct val="0"/>
        </a:spcAft>
        <a:defRPr sz="3600">
          <a:solidFill>
            <a:schemeClr val="tx1"/>
          </a:solidFill>
          <a:latin typeface="Tw Cen MT" pitchFamily="34" charset="0"/>
        </a:defRPr>
      </a:lvl7pPr>
      <a:lvl8pPr marL="1371600" algn="l" rtl="0" fontAlgn="base">
        <a:lnSpc>
          <a:spcPct val="90000"/>
        </a:lnSpc>
        <a:spcBef>
          <a:spcPct val="0"/>
        </a:spcBef>
        <a:spcAft>
          <a:spcPct val="0"/>
        </a:spcAft>
        <a:defRPr sz="3600">
          <a:solidFill>
            <a:schemeClr val="tx1"/>
          </a:solidFill>
          <a:latin typeface="Tw Cen MT" pitchFamily="34" charset="0"/>
        </a:defRPr>
      </a:lvl8pPr>
      <a:lvl9pPr marL="1828800" algn="l" rtl="0" fontAlgn="base">
        <a:lnSpc>
          <a:spcPct val="90000"/>
        </a:lnSpc>
        <a:spcBef>
          <a:spcPct val="0"/>
        </a:spcBef>
        <a:spcAft>
          <a:spcPct val="0"/>
        </a:spcAft>
        <a:defRPr sz="3600">
          <a:solidFill>
            <a:schemeClr val="tx1"/>
          </a:solidFill>
          <a:latin typeface="Tw Cen MT" pitchFamily="34" charset="0"/>
        </a:defRPr>
      </a:lvl9pPr>
    </p:titleStyle>
    <p:body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914525" y="1502093"/>
            <a:ext cx="9769475" cy="2119313"/>
          </a:xfrm>
        </p:spPr>
        <p:txBody>
          <a:bodyPr vert="horz" lIns="91440" tIns="45720" rIns="91440" bIns="45720" rtlCol="0" anchor="b">
            <a:normAutofit fontScale="90000"/>
          </a:bodyPr>
          <a:lstStyle/>
          <a:p>
            <a:pPr marL="0" marR="0" lvl="0" indent="0" algn="ctr" defTabSz="914400" rtl="0" eaLnBrk="1" fontAlgn="auto" latinLnBrk="0" hangingPunct="1">
              <a:lnSpc>
                <a:spcPct val="100000"/>
              </a:lnSpc>
              <a:spcBef>
                <a:spcPct val="20000"/>
              </a:spcBef>
              <a:spcAft>
                <a:spcPts val="0"/>
              </a:spcAft>
              <a:buClrTx/>
              <a:buSzTx/>
              <a:buFontTx/>
              <a:buNone/>
              <a:defRPr/>
            </a:pPr>
            <a:r>
              <a:rPr kumimoji="0" lang="en-US" sz="4800" b="0" i="0" u="none" strike="noStrike" kern="1200" cap="all" spc="0" normalizeH="0" baseline="0" noProof="0" dirty="0">
                <a:ln>
                  <a:noFill/>
                </a:ln>
                <a:solidFill>
                  <a:schemeClr val="tx1"/>
                </a:solidFill>
                <a:effectLst/>
                <a:uLnTx/>
                <a:uFillTx/>
                <a:latin typeface="+mj-lt"/>
                <a:ea typeface="+mj-ea"/>
                <a:cs typeface="+mj-cs"/>
              </a:rPr>
              <a:t>			    </a:t>
            </a:r>
            <a:br>
              <a:rPr kumimoji="0" lang="en-US" sz="4800" b="0" i="0" u="none" strike="noStrike" kern="1200" cap="all" spc="0" normalizeH="0" baseline="0" noProof="0" dirty="0">
                <a:ln>
                  <a:noFill/>
                </a:ln>
                <a:solidFill>
                  <a:schemeClr val="tx1"/>
                </a:solidFill>
                <a:effectLst/>
                <a:uLnTx/>
                <a:uFillTx/>
                <a:latin typeface="+mj-lt"/>
                <a:ea typeface="+mj-ea"/>
                <a:cs typeface="+mj-cs"/>
              </a:rPr>
            </a:br>
            <a:r>
              <a:rPr kumimoji="0" lang="en-US" sz="4000" b="0" i="0" u="none" strike="noStrike" kern="1200" cap="all" spc="0" normalizeH="0" baseline="0" noProof="0" dirty="0">
                <a:ln>
                  <a:noFill/>
                </a:ln>
                <a:solidFill>
                  <a:schemeClr val="tx1"/>
                </a:solidFill>
                <a:effectLst/>
                <a:uLnTx/>
                <a:uFillTx/>
                <a:latin typeface="+mj-lt"/>
                <a:ea typeface="+mj-ea"/>
                <a:cs typeface="+mj-cs"/>
              </a:rPr>
              <a:t>Mini Project / </a:t>
            </a:r>
            <a:r>
              <a:rPr kumimoji="0" lang="en-US" sz="4000" b="0" i="0" u="none" strike="noStrike" kern="1200" cap="all"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Industrial Training Presentation</a:t>
            </a:r>
            <a:br>
              <a:rPr kumimoji="0" lang="en-US" sz="4000" b="0" i="0" u="none" strike="noStrike" kern="1200" cap="all"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br>
            <a:r>
              <a:rPr kumimoji="0" lang="en-US" sz="4000" b="0" i="0" u="none" strike="noStrike" kern="1200" cap="all"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SESSION 2023-24</a:t>
            </a:r>
            <a:br>
              <a:rPr kumimoji="0" lang="en-US" sz="4000" b="0" i="0" u="none" strike="noStrike" kern="1200" cap="all"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br>
            <a:r>
              <a:rPr kumimoji="0" lang="en-US" sz="4000" b="0" i="0" u="none" strike="noStrike" kern="1200" cap="all"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BCC-351</a:t>
            </a:r>
            <a:endParaRPr kumimoji="0" lang="en-US" sz="4000" b="0" i="0" u="none" strike="noStrike" kern="1200" cap="all"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3" name="Subtitle 2"/>
          <p:cNvSpPr>
            <a:spLocks noGrp="1"/>
          </p:cNvSpPr>
          <p:nvPr>
            <p:ph type="subTitle" idx="1"/>
          </p:nvPr>
        </p:nvSpPr>
        <p:spPr>
          <a:xfrm>
            <a:off x="1879600" y="3170238"/>
            <a:ext cx="9388475" cy="2725738"/>
          </a:xfrm>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120000"/>
              </a:lnSpc>
              <a:spcBef>
                <a:spcPts val="1000"/>
              </a:spcBef>
              <a:spcAft>
                <a:spcPts val="0"/>
              </a:spcAft>
              <a:buClrTx/>
              <a:buSzPct val="125000"/>
              <a:buFont typeface="Arial" panose="020B0604020202020204" pitchFamily="34" charset="0"/>
              <a:buNone/>
              <a:defRPr/>
            </a:pPr>
            <a:r>
              <a:rPr kumimoji="0" lang="en-US" sz="2000" b="0" i="0" u="none" strike="noStrike" kern="1200" cap="all" spc="0" normalizeH="0" baseline="0" noProof="0" dirty="0">
                <a:ln>
                  <a:noFill/>
                </a:ln>
                <a:solidFill>
                  <a:schemeClr val="accent2"/>
                </a:solidFill>
                <a:effectLst/>
                <a:uLnTx/>
                <a:uFillTx/>
                <a:latin typeface="+mn-lt"/>
                <a:ea typeface="+mn-ea"/>
                <a:cs typeface="+mn-cs"/>
              </a:rPr>
              <a:t>                             </a:t>
            </a:r>
            <a:endParaRPr kumimoji="0" lang="en-US" sz="2000" b="0" i="0" u="none" strike="noStrike" kern="1200" cap="all" spc="0" normalizeH="0" baseline="0" noProof="0" dirty="0">
              <a:ln>
                <a:noFill/>
              </a:ln>
              <a:solidFill>
                <a:schemeClr val="accent2"/>
              </a:solidFill>
              <a:effectLst/>
              <a:uLnTx/>
              <a:uFillTx/>
              <a:latin typeface="+mn-lt"/>
              <a:ea typeface="+mn-ea"/>
              <a:cs typeface="+mn-cs"/>
            </a:endParaRPr>
          </a:p>
          <a:p>
            <a:pPr marL="0" marR="0" lvl="0" indent="0" algn="l" defTabSz="914400" rtl="0" eaLnBrk="1" fontAlgn="auto" latinLnBrk="0" hangingPunct="1">
              <a:lnSpc>
                <a:spcPct val="120000"/>
              </a:lnSpc>
              <a:spcBef>
                <a:spcPts val="1000"/>
              </a:spcBef>
              <a:spcAft>
                <a:spcPts val="0"/>
              </a:spcAft>
              <a:buClrTx/>
              <a:buSzPct val="125000"/>
              <a:buFont typeface="Arial" panose="020B0604020202020204" pitchFamily="34" charset="0"/>
              <a:buNone/>
              <a:defRPr/>
            </a:pPr>
            <a:endParaRPr kumimoji="0" lang="en-US" sz="2000" b="0" i="0" u="none" strike="noStrike" kern="1200" cap="all" spc="0" normalizeH="0" baseline="0" noProof="0" dirty="0">
              <a:ln>
                <a:noFill/>
              </a:ln>
              <a:solidFill>
                <a:schemeClr val="accent2"/>
              </a:solidFill>
              <a:effectLst/>
              <a:uLnTx/>
              <a:uFillTx/>
              <a:latin typeface="+mn-lt"/>
              <a:ea typeface="+mn-ea"/>
              <a:cs typeface="+mn-cs"/>
            </a:endParaRPr>
          </a:p>
          <a:p>
            <a:pPr marL="0" marR="0" lvl="0" indent="0" algn="l" defTabSz="914400" rtl="0" eaLnBrk="1" fontAlgn="auto" latinLnBrk="0" hangingPunct="1">
              <a:lnSpc>
                <a:spcPct val="120000"/>
              </a:lnSpc>
              <a:spcBef>
                <a:spcPts val="1000"/>
              </a:spcBef>
              <a:spcAft>
                <a:spcPts val="0"/>
              </a:spcAft>
              <a:buClrTx/>
              <a:buSzPct val="125000"/>
              <a:buFont typeface="Arial" panose="020B0604020202020204" pitchFamily="34" charset="0"/>
              <a:buNone/>
              <a:defRPr/>
            </a:pPr>
            <a:endParaRPr kumimoji="0" lang="en-US" sz="2000" b="0" i="0" u="none" strike="noStrike" kern="1200" cap="all" spc="0" normalizeH="0" baseline="0" noProof="0" dirty="0">
              <a:ln>
                <a:noFill/>
              </a:ln>
              <a:solidFill>
                <a:schemeClr val="accent2"/>
              </a:solidFill>
              <a:effectLst/>
              <a:uLnTx/>
              <a:uFillTx/>
              <a:latin typeface="+mn-lt"/>
              <a:ea typeface="+mn-ea"/>
              <a:cs typeface="+mn-cs"/>
            </a:endParaRPr>
          </a:p>
          <a:p>
            <a:pPr marL="0" marR="0" lvl="0" indent="0" algn="l" defTabSz="914400" rtl="0" eaLnBrk="1" fontAlgn="auto" latinLnBrk="0" hangingPunct="1">
              <a:lnSpc>
                <a:spcPct val="120000"/>
              </a:lnSpc>
              <a:spcBef>
                <a:spcPts val="1000"/>
              </a:spcBef>
              <a:spcAft>
                <a:spcPts val="0"/>
              </a:spcAft>
              <a:buClrTx/>
              <a:buSzPct val="125000"/>
              <a:buFont typeface="Arial" panose="020B0604020202020204" pitchFamily="34" charset="0"/>
              <a:buNone/>
              <a:defRPr/>
            </a:pPr>
            <a:endParaRPr kumimoji="0" lang="en-US" sz="2000" b="0" i="0" u="none" strike="noStrike" kern="1200" cap="all" spc="0" normalizeH="0" baseline="0" noProof="0" dirty="0">
              <a:ln>
                <a:noFill/>
              </a:ln>
              <a:solidFill>
                <a:schemeClr val="accent2"/>
              </a:solidFill>
              <a:effectLst/>
              <a:uLnTx/>
              <a:uFillTx/>
              <a:latin typeface="+mn-lt"/>
              <a:ea typeface="+mn-ea"/>
              <a:cs typeface="+mn-cs"/>
            </a:endParaRPr>
          </a:p>
        </p:txBody>
      </p:sp>
      <p:sp>
        <p:nvSpPr>
          <p:cNvPr id="4" name="Subtitle 2"/>
          <p:cNvSpPr txBox="1"/>
          <p:nvPr/>
        </p:nvSpPr>
        <p:spPr>
          <a:xfrm>
            <a:off x="1590675" y="4470400"/>
            <a:ext cx="10093325" cy="2275205"/>
          </a:xfrm>
          <a:prstGeom prst="rect">
            <a:avLst/>
          </a:prstGeom>
        </p:spPr>
        <p:txBody>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9pPr>
          </a:lstStyle>
          <a:p>
            <a:pPr marL="0" marR="0" lvl="0" indent="0" algn="l" defTabSz="914400" rtl="0" eaLnBrk="1" fontAlgn="auto" latinLnBrk="0" hangingPunct="1">
              <a:lnSpc>
                <a:spcPct val="90000"/>
              </a:lnSpc>
              <a:spcBef>
                <a:spcPts val="1200"/>
              </a:spcBef>
              <a:spcAft>
                <a:spcPts val="200"/>
              </a:spcAft>
              <a:buClr>
                <a:schemeClr val="accent1"/>
              </a:buClr>
              <a:buSzPct val="100000"/>
              <a:buFont typeface="Calibri" panose="020F0502020204030204" pitchFamily="34" charset="0"/>
              <a:buNone/>
              <a:defRPr/>
            </a:pPr>
            <a:r>
              <a:rPr kumimoji="0" lang="en-US" sz="2400" b="0" i="0" u="none" strike="noStrike" kern="1200" cap="none" spc="20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Name- Ritesh Singh,Niketan Tyagi,Rohan Kumar</a:t>
            </a:r>
            <a:endParaRPr kumimoji="0" lang="en-US" sz="2400" b="0" i="0" u="none" strike="noStrike" kern="1200" cap="none" spc="20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90000"/>
              </a:lnSpc>
              <a:spcBef>
                <a:spcPts val="1200"/>
              </a:spcBef>
              <a:spcAft>
                <a:spcPts val="200"/>
              </a:spcAft>
              <a:buClr>
                <a:schemeClr val="accent1"/>
              </a:buClr>
              <a:buSzPct val="100000"/>
              <a:buFont typeface="Calibri" panose="020F0502020204030204" pitchFamily="34" charset="0"/>
              <a:buNone/>
              <a:defRPr/>
            </a:pPr>
            <a:r>
              <a:rPr kumimoji="0" lang="en-US" sz="2400" b="0" i="0" u="none" strike="noStrike" kern="1200" cap="none" spc="20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Class &amp; Section:IT-C</a:t>
            </a:r>
            <a:endParaRPr kumimoji="0" lang="en-US" sz="2400" b="0" i="0" u="none" strike="noStrike" kern="1200" cap="none" spc="20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90000"/>
              </a:lnSpc>
              <a:spcBef>
                <a:spcPts val="1200"/>
              </a:spcBef>
              <a:spcAft>
                <a:spcPts val="200"/>
              </a:spcAft>
              <a:buClr>
                <a:schemeClr val="accent1"/>
              </a:buClr>
              <a:buSzPct val="100000"/>
              <a:buFont typeface="Calibri" panose="020F0502020204030204" pitchFamily="34" charset="0"/>
              <a:buNone/>
              <a:defRPr/>
            </a:pPr>
            <a:r>
              <a:rPr kumimoji="0" lang="en-US" sz="2400" b="0" i="0" u="none" strike="noStrike" kern="1200" cap="none" spc="20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Roll No. </a:t>
            </a:r>
            <a:r>
              <a:rPr kumimoji="0" lang="en-US" sz="2400" b="0" i="0" u="none" strike="noStrike" kern="1200" cap="all" spc="20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 2300320130197,</a:t>
            </a:r>
            <a:r>
              <a:rPr lang="en-US" noProof="0" dirty="0">
                <a:ln>
                  <a:noFill/>
                </a:ln>
                <a:effectLst/>
                <a:uLnTx/>
                <a:uFillTx/>
                <a:latin typeface="Times New Roman" panose="02020603050405020304" pitchFamily="18" charset="0"/>
                <a:cs typeface="Times New Roman" panose="02020603050405020304" pitchFamily="18" charset="0"/>
                <a:sym typeface="+mn-ea"/>
              </a:rPr>
              <a:t>2300320130</a:t>
            </a:r>
            <a:r>
              <a:rPr kumimoji="0" lang="en-US" sz="2400" b="0" i="0" u="none" strike="noStrike" kern="1200" cap="all" spc="20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161,</a:t>
            </a:r>
            <a:r>
              <a:rPr lang="en-US" noProof="0" dirty="0">
                <a:ln>
                  <a:noFill/>
                </a:ln>
                <a:effectLst/>
                <a:uLnTx/>
                <a:uFillTx/>
                <a:latin typeface="Times New Roman" panose="02020603050405020304" pitchFamily="18" charset="0"/>
                <a:cs typeface="Times New Roman" panose="02020603050405020304" pitchFamily="18" charset="0"/>
                <a:sym typeface="+mn-ea"/>
              </a:rPr>
              <a:t>2300320130</a:t>
            </a:r>
            <a:r>
              <a:rPr kumimoji="0" lang="en-US" sz="2400" b="0" i="0" u="none" strike="noStrike" kern="1200" cap="all" spc="20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204</a:t>
            </a:r>
            <a:endParaRPr kumimoji="0" lang="en-US" sz="2400" b="0" i="0" u="none" strike="noStrike" kern="1200" cap="all" spc="20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90000"/>
              </a:lnSpc>
              <a:spcBef>
                <a:spcPts val="1200"/>
              </a:spcBef>
              <a:spcAft>
                <a:spcPts val="200"/>
              </a:spcAft>
              <a:buClr>
                <a:schemeClr val="accent1"/>
              </a:buClr>
              <a:buSzPct val="100000"/>
              <a:buFont typeface="Calibri" panose="020F0502020204030204" pitchFamily="34" charset="0"/>
              <a:buNone/>
              <a:defRPr/>
            </a:pPr>
            <a:r>
              <a:rPr kumimoji="0" lang="en-US" sz="2400" b="0" i="0" u="none" strike="noStrike" kern="1200" cap="none" spc="20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Admission No. -  </a:t>
            </a:r>
            <a:r>
              <a:rPr kumimoji="0" lang="en-US" sz="2400" b="0" i="0" u="none" strike="noStrike" kern="1200" cap="all" spc="20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2023B0131057,</a:t>
            </a:r>
            <a:r>
              <a:rPr lang="en-US" noProof="0" dirty="0">
                <a:ln>
                  <a:noFill/>
                </a:ln>
                <a:effectLst/>
                <a:uLnTx/>
                <a:uFillTx/>
                <a:latin typeface="Times New Roman" panose="02020603050405020304" pitchFamily="18" charset="0"/>
                <a:cs typeface="Times New Roman" panose="02020603050405020304" pitchFamily="18" charset="0"/>
                <a:sym typeface="+mn-ea"/>
              </a:rPr>
              <a:t>2023B0131051,2023B0131262</a:t>
            </a:r>
            <a:endParaRPr kumimoji="0" lang="en-US" sz="2400" b="0" i="0" u="none" strike="noStrike" kern="1200" cap="all" spc="20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19460" name="Title 1"/>
          <p:cNvSpPr txBox="1"/>
          <p:nvPr/>
        </p:nvSpPr>
        <p:spPr>
          <a:xfrm>
            <a:off x="1487488" y="-3175"/>
            <a:ext cx="10367962" cy="1219200"/>
          </a:xfrm>
          <a:prstGeom prst="rect">
            <a:avLst/>
          </a:prstGeom>
          <a:solidFill>
            <a:schemeClr val="accent1"/>
          </a:solidFill>
          <a:ln w="9525">
            <a:noFill/>
          </a:ln>
        </p:spPr>
        <p:txBody>
          <a:bodyPr anchor="ctr" anchorCtr="0"/>
          <a:lstStyle>
            <a:lvl1pPr marL="228600" indent="-228600" algn="l" rtl="0" eaLnBrk="0" fontAlgn="base" hangingPunct="0">
              <a:lnSpc>
                <a:spcPct val="120000"/>
              </a:lnSpc>
              <a:spcBef>
                <a:spcPts val="1000"/>
              </a:spcBef>
              <a:spcAft>
                <a:spcPct val="0"/>
              </a:spcAft>
              <a:buSzPct val="125000"/>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SzPct val="125000"/>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SzPct val="125000"/>
              <a:buFont typeface="Arial" panose="020B0604020202020204" pitchFamily="34" charset="0"/>
              <a:buChar char="•"/>
              <a:defRPr sz="1600" kern="1200">
                <a:solidFill>
                  <a:schemeClr val="tx1"/>
                </a:solidFill>
                <a:latin typeface="+mn-lt"/>
                <a:ea typeface="+mn-ea"/>
                <a:cs typeface="+mn-cs"/>
              </a:defRPr>
            </a:lvl5pPr>
          </a:lstStyle>
          <a:p>
            <a:pPr marL="0" lvl="0" indent="0" algn="ctr" eaLnBrk="1" hangingPunct="1">
              <a:lnSpc>
                <a:spcPct val="85000"/>
              </a:lnSpc>
              <a:spcBef>
                <a:spcPct val="0"/>
              </a:spcBef>
              <a:buSzTx/>
              <a:buFontTx/>
              <a:buNone/>
            </a:pPr>
            <a:r>
              <a:rPr lang="en-US" altLang="en-US" sz="3200">
                <a:solidFill>
                  <a:srgbClr val="C00000"/>
                </a:solidFill>
                <a:latin typeface="Times New Roman" panose="02020603050405020304" pitchFamily="18" charset="0"/>
                <a:cs typeface="Times New Roman" panose="02020603050405020304" pitchFamily="18" charset="0"/>
              </a:rPr>
              <a:t>Department of Information Technology</a:t>
            </a:r>
            <a:endParaRPr lang="en-US" altLang="en-US" sz="3200">
              <a:solidFill>
                <a:srgbClr val="C00000"/>
              </a:solidFill>
              <a:latin typeface="Times New Roman" panose="02020603050405020304" pitchFamily="18" charset="0"/>
              <a:cs typeface="Times New Roman" panose="02020603050405020304" pitchFamily="18" charset="0"/>
            </a:endParaRPr>
          </a:p>
          <a:p>
            <a:pPr marL="0" lvl="0" indent="0" algn="ctr" eaLnBrk="1" hangingPunct="1">
              <a:lnSpc>
                <a:spcPct val="85000"/>
              </a:lnSpc>
              <a:spcBef>
                <a:spcPct val="0"/>
              </a:spcBef>
              <a:buSzTx/>
              <a:buFontTx/>
              <a:buNone/>
            </a:pPr>
            <a:r>
              <a:rPr lang="en-US" altLang="en-US" sz="3200">
                <a:solidFill>
                  <a:srgbClr val="C00000"/>
                </a:solidFill>
                <a:latin typeface="Times New Roman" panose="02020603050405020304" pitchFamily="18" charset="0"/>
                <a:cs typeface="Times New Roman" panose="02020603050405020304" pitchFamily="18" charset="0"/>
              </a:rPr>
              <a:t>ABES Engineering College, Ghaziabad, UP</a:t>
            </a:r>
            <a:endParaRPr lang="en-US" altLang="en-US" sz="3200">
              <a:solidFill>
                <a:srgbClr val="C00000"/>
              </a:solidFill>
              <a:latin typeface="Times New Roman" panose="02020603050405020304" pitchFamily="18" charset="0"/>
              <a:ea typeface="Times New Roman" panose="02020603050405020304" pitchFamily="18" charset="0"/>
            </a:endParaRPr>
          </a:p>
        </p:txBody>
      </p:sp>
      <p:pic>
        <p:nvPicPr>
          <p:cNvPr id="19461" name="Picture 5"/>
          <p:cNvPicPr>
            <a:picLocks noChangeAspect="1"/>
          </p:cNvPicPr>
          <p:nvPr/>
        </p:nvPicPr>
        <p:blipFill>
          <a:blip r:embed="rId1"/>
          <a:stretch>
            <a:fillRect/>
          </a:stretch>
        </p:blipFill>
        <p:spPr>
          <a:xfrm>
            <a:off x="0" y="-57150"/>
            <a:ext cx="1501775" cy="1887538"/>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08100" y="2078038"/>
            <a:ext cx="10515600" cy="3778250"/>
          </a:xfrm>
        </p:spPr>
        <p:txBody>
          <a:bodyPr vert="horz" lIns="91440" tIns="45720" rIns="91440" bIns="45720" rtlCol="0" anchor="b">
            <a:normAutofit/>
          </a:bodyPr>
          <a:lstStyle/>
          <a:p>
            <a:pPr marL="0" marR="0" lvl="0" indent="0" algn="l" defTabSz="914400" rtl="0" eaLnBrk="1" fontAlgn="auto" latinLnBrk="0" hangingPunct="1">
              <a:lnSpc>
                <a:spcPct val="90000"/>
              </a:lnSpc>
              <a:spcBef>
                <a:spcPct val="0"/>
              </a:spcBef>
              <a:spcAft>
                <a:spcPts val="0"/>
              </a:spcAft>
              <a:buClrTx/>
              <a:buSzTx/>
              <a:buFontTx/>
              <a:buNone/>
              <a:defRPr/>
            </a:pPr>
            <a:br>
              <a:rPr kumimoji="0" lang="en-IN" sz="3600" b="0" i="0" u="none" strike="noStrike" kern="1200" cap="all" spc="0" normalizeH="0" baseline="0" noProof="0" dirty="0">
                <a:ln>
                  <a:noFill/>
                </a:ln>
                <a:solidFill>
                  <a:schemeClr val="tx1"/>
                </a:solidFill>
                <a:effectLst/>
                <a:uLnTx/>
                <a:uFillTx/>
                <a:latin typeface="+mj-lt"/>
                <a:ea typeface="+mj-ea"/>
                <a:cs typeface="+mj-cs"/>
              </a:rPr>
            </a:br>
            <a:br>
              <a:rPr kumimoji="0" lang="en-IN" sz="3600" b="0" i="0" u="none" strike="noStrike" kern="1200" cap="all" spc="0" normalizeH="0" baseline="0" noProof="0" dirty="0">
                <a:ln>
                  <a:noFill/>
                </a:ln>
                <a:solidFill>
                  <a:schemeClr val="tx1"/>
                </a:solidFill>
                <a:effectLst/>
                <a:uLnTx/>
                <a:uFillTx/>
                <a:latin typeface="+mj-lt"/>
                <a:ea typeface="+mj-ea"/>
                <a:cs typeface="+mj-cs"/>
              </a:rPr>
            </a:br>
            <a:br>
              <a:rPr kumimoji="0" lang="en-IN" sz="3600" b="0" i="0" u="none" strike="noStrike" kern="1200" cap="all" spc="0" normalizeH="0" baseline="0" noProof="0" dirty="0">
                <a:ln>
                  <a:noFill/>
                </a:ln>
                <a:solidFill>
                  <a:schemeClr val="tx1"/>
                </a:solidFill>
                <a:effectLst/>
                <a:uLnTx/>
                <a:uFillTx/>
                <a:latin typeface="+mj-lt"/>
                <a:ea typeface="+mj-ea"/>
                <a:cs typeface="+mj-cs"/>
              </a:rPr>
            </a:br>
            <a:br>
              <a:rPr kumimoji="0" lang="en-IN" sz="3600" b="0" i="0" u="none" strike="noStrike" kern="1200" cap="all" spc="0" normalizeH="0" baseline="0" noProof="0" dirty="0">
                <a:ln>
                  <a:noFill/>
                </a:ln>
                <a:solidFill>
                  <a:schemeClr val="tx1"/>
                </a:solidFill>
                <a:effectLst/>
                <a:uLnTx/>
                <a:uFillTx/>
                <a:latin typeface="+mj-lt"/>
                <a:ea typeface="+mj-ea"/>
                <a:cs typeface="+mj-cs"/>
              </a:rPr>
            </a:br>
            <a:endParaRPr kumimoji="0" lang="en-IN" sz="3600" b="0" i="0" u="none" strike="noStrike" kern="1200" cap="all" spc="0" normalizeH="0" baseline="0" noProof="0" dirty="0">
              <a:ln>
                <a:noFill/>
              </a:ln>
              <a:solidFill>
                <a:schemeClr val="tx1"/>
              </a:solidFill>
              <a:effectLst/>
              <a:uLnTx/>
              <a:uFillTx/>
              <a:latin typeface="+mj-lt"/>
              <a:ea typeface="+mj-ea"/>
              <a:cs typeface="+mj-cs"/>
            </a:endParaRPr>
          </a:p>
        </p:txBody>
      </p:sp>
      <p:sp>
        <p:nvSpPr>
          <p:cNvPr id="3" name="Text Placeholder 2"/>
          <p:cNvSpPr>
            <a:spLocks noGrp="1"/>
          </p:cNvSpPr>
          <p:nvPr>
            <p:ph type="body" idx="1"/>
          </p:nvPr>
        </p:nvSpPr>
        <p:spPr>
          <a:xfrm>
            <a:off x="1308100" y="346075"/>
            <a:ext cx="10515600" cy="6151563"/>
          </a:xfrm>
        </p:spPr>
        <p:txBody>
          <a:bodyPr vert="horz" wrap="square" lIns="91440" tIns="45720" rIns="91440" bIns="45720" numCol="1" rtlCol="0" anchor="t" anchorCtr="0" compatLnSpc="1">
            <a:normAutofit fontScale="82500"/>
          </a:bodyPr>
          <a:lstStyle/>
          <a:p>
            <a:pPr marL="0" marR="0" lvl="0" indent="0" algn="l" defTabSz="914400" rtl="0" eaLnBrk="1" fontAlgn="auto" latinLnBrk="0" hangingPunct="1">
              <a:lnSpc>
                <a:spcPct val="120000"/>
              </a:lnSpc>
              <a:spcBef>
                <a:spcPts val="1000"/>
              </a:spcBef>
              <a:spcAft>
                <a:spcPts val="0"/>
              </a:spcAft>
              <a:buClrTx/>
              <a:buSzPct val="125000"/>
              <a:buFont typeface="Arial" panose="020B0604020202020204" pitchFamily="34" charset="0"/>
              <a:buNone/>
              <a:defRPr/>
            </a:pPr>
            <a:r>
              <a:rPr kumimoji="0" lang="en-US" altLang="en-IN" sz="1800" b="0" i="0" u="none" strike="noStrike" kern="1200" cap="all" spc="0" normalizeH="0" baseline="0" noProof="0" dirty="0">
                <a:ln>
                  <a:noFill/>
                </a:ln>
                <a:solidFill>
                  <a:schemeClr val="tx1">
                    <a:tint val="75000"/>
                  </a:schemeClr>
                </a:solidFill>
                <a:effectLst/>
                <a:uLnTx/>
                <a:uFillTx/>
                <a:latin typeface="+mn-lt"/>
                <a:ea typeface="+mn-ea"/>
                <a:cs typeface="+mn-cs"/>
              </a:rPr>
              <a:t>                                                </a:t>
            </a:r>
            <a:r>
              <a:rPr kumimoji="0" lang="en-US" altLang="en-IN" sz="1800" b="0" i="0" u="none" strike="noStrike" kern="1200" cap="all" spc="0" normalizeH="0" baseline="0" noProof="0" dirty="0">
                <a:ln>
                  <a:noFill/>
                </a:ln>
                <a:solidFill>
                  <a:srgbClr val="FF0000"/>
                </a:solidFill>
                <a:effectLst/>
                <a:uLnTx/>
                <a:uFillTx/>
                <a:latin typeface="+mn-lt"/>
                <a:ea typeface="+mn-ea"/>
                <a:cs typeface="+mn-cs"/>
              </a:rPr>
              <a:t> </a:t>
            </a:r>
            <a:endParaRPr kumimoji="0" lang="en-US" altLang="en-IN" sz="2400" b="0" i="0" u="sng" strike="noStrike" kern="1200" cap="all" spc="0" normalizeH="0" baseline="0" noProof="0" dirty="0">
              <a:ln>
                <a:noFill/>
              </a:ln>
              <a:solidFill>
                <a:schemeClr val="tx1">
                  <a:tint val="75000"/>
                </a:schemeClr>
              </a:solidFill>
              <a:effectLst/>
              <a:uLnTx/>
              <a:uFillTx/>
              <a:latin typeface="Arial Black" panose="020B0A04020102020204" pitchFamily="34" charset="0"/>
              <a:ea typeface="+mn-ea"/>
              <a:cs typeface="Arial Black" panose="020B0A04020102020204" pitchFamily="34" charset="0"/>
            </a:endParaRPr>
          </a:p>
          <a:p>
            <a:pPr marL="0" marR="0" lvl="0" indent="0" algn="l" defTabSz="914400" rtl="0" eaLnBrk="1" fontAlgn="auto" latinLnBrk="0" hangingPunct="1">
              <a:lnSpc>
                <a:spcPct val="120000"/>
              </a:lnSpc>
              <a:spcBef>
                <a:spcPts val="1000"/>
              </a:spcBef>
              <a:spcAft>
                <a:spcPts val="0"/>
              </a:spcAft>
              <a:buClrTx/>
              <a:buSzPct val="125000"/>
              <a:buFont typeface="Arial" panose="020B0604020202020204" pitchFamily="34" charset="0"/>
              <a:buNone/>
              <a:defRPr/>
            </a:pPr>
            <a:r>
              <a:rPr kumimoji="0" lang="en-US" altLang="en-IN" sz="2400" b="0" i="0" u="sng" strike="noStrike" kern="1200" cap="all" spc="0" normalizeH="0" baseline="0" noProof="0" dirty="0">
                <a:ln>
                  <a:noFill/>
                </a:ln>
                <a:solidFill>
                  <a:schemeClr val="tx1">
                    <a:tint val="75000"/>
                  </a:schemeClr>
                </a:solidFill>
                <a:effectLst/>
                <a:uLnTx/>
                <a:uFillTx/>
                <a:latin typeface="Times New Roman" panose="02020603050405020304" pitchFamily="18" charset="0"/>
                <a:ea typeface="+mn-ea"/>
                <a:cs typeface="Times New Roman" panose="02020603050405020304" pitchFamily="18" charset="0"/>
              </a:rPr>
              <a:t>Contents:</a:t>
            </a:r>
            <a:endParaRPr kumimoji="0" lang="en-US" altLang="en-IN" sz="2400" b="0" i="0" u="none" strike="noStrike" kern="1200" cap="all" spc="0" normalizeH="0" baseline="0" noProof="0" dirty="0">
              <a:ln>
                <a:noFill/>
              </a:ln>
              <a:solidFill>
                <a:schemeClr val="tx1">
                  <a:tint val="75000"/>
                </a:schemeClr>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20000"/>
              </a:lnSpc>
              <a:spcBef>
                <a:spcPts val="1000"/>
              </a:spcBef>
              <a:spcAft>
                <a:spcPts val="0"/>
              </a:spcAft>
              <a:buClrTx/>
              <a:buSzPct val="125000"/>
              <a:buFont typeface="Arial" panose="020B0604020202020204" pitchFamily="34" charset="0"/>
              <a:buAutoNum type="arabicPeriod"/>
              <a:defRPr/>
            </a:pPr>
            <a:r>
              <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pitchFamily="18" charset="0"/>
                <a:ea typeface="+mn-ea"/>
                <a:cs typeface="Times New Roman" panose="02020603050405020304" pitchFamily="18" charset="0"/>
              </a:rPr>
              <a:t>Abstract (heading font: </a:t>
            </a:r>
            <a:r>
              <a:rPr kumimoji="0" lang="en-US" altLang="en-IN" sz="2000" b="1" i="0" u="none" strike="noStrike" kern="1200" cap="all" spc="0" normalizeH="0" baseline="0" noProof="0" dirty="0">
                <a:ln>
                  <a:noFill/>
                </a:ln>
                <a:solidFill>
                  <a:schemeClr val="tx1">
                    <a:tint val="75000"/>
                  </a:schemeClr>
                </a:solidFill>
                <a:effectLst/>
                <a:uLnTx/>
                <a:uFillTx/>
                <a:latin typeface="Times New Roman" panose="02020603050405020304" pitchFamily="18" charset="0"/>
                <a:ea typeface="+mn-ea"/>
                <a:cs typeface="Times New Roman" panose="02020603050405020304" pitchFamily="18" charset="0"/>
              </a:rPr>
              <a:t>24 –Times New Roman</a:t>
            </a:r>
            <a:r>
              <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pitchFamily="18" charset="0"/>
                <a:ea typeface="+mn-ea"/>
                <a:cs typeface="Times New Roman" panose="02020603050405020304" pitchFamily="18" charset="0"/>
              </a:rPr>
              <a:t>, Content -</a:t>
            </a:r>
            <a:r>
              <a:rPr kumimoji="0" lang="en-US" altLang="en-IN" sz="2000" b="1" i="0" u="none" strike="noStrike" kern="1200" cap="all" spc="0" normalizeH="0" baseline="0" noProof="0" dirty="0">
                <a:ln>
                  <a:noFill/>
                </a:ln>
                <a:solidFill>
                  <a:schemeClr val="tx1">
                    <a:tint val="75000"/>
                  </a:schemeClr>
                </a:solidFill>
                <a:effectLst/>
                <a:uLnTx/>
                <a:uFillTx/>
                <a:latin typeface="Times New Roman" panose="02020603050405020304" pitchFamily="18" charset="0"/>
                <a:ea typeface="+mn-ea"/>
                <a:cs typeface="Times New Roman" panose="02020603050405020304" pitchFamily="18" charset="0"/>
              </a:rPr>
              <a:t>18-Times New Roman</a:t>
            </a:r>
            <a:r>
              <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pitchFamily="18" charset="0"/>
                <a:ea typeface="+mn-ea"/>
                <a:cs typeface="Times New Roman" panose="02020603050405020304" pitchFamily="18" charset="0"/>
              </a:rPr>
              <a:t>)</a:t>
            </a:r>
            <a:endPar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20000"/>
              </a:lnSpc>
              <a:spcBef>
                <a:spcPts val="1000"/>
              </a:spcBef>
              <a:spcAft>
                <a:spcPts val="0"/>
              </a:spcAft>
              <a:buClrTx/>
              <a:buSzPct val="125000"/>
              <a:buFont typeface="Arial" panose="020B0604020202020204" pitchFamily="34" charset="0"/>
              <a:buAutoNum type="arabicPeriod"/>
              <a:defRPr/>
            </a:pPr>
            <a:r>
              <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rPr>
              <a:t>Problem statement</a:t>
            </a:r>
            <a:endPar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endParaRPr>
          </a:p>
          <a:p>
            <a:pPr marL="457200" marR="0" lvl="0" indent="-457200" algn="l" defTabSz="914400" rtl="0" eaLnBrk="1" fontAlgn="auto" latinLnBrk="0" hangingPunct="1">
              <a:lnSpc>
                <a:spcPct val="120000"/>
              </a:lnSpc>
              <a:spcBef>
                <a:spcPts val="1000"/>
              </a:spcBef>
              <a:spcAft>
                <a:spcPts val="0"/>
              </a:spcAft>
              <a:buClrTx/>
              <a:buSzPct val="125000"/>
              <a:buFont typeface="Arial" panose="020B0604020202020204" pitchFamily="34" charset="0"/>
              <a:buAutoNum type="arabicPeriod"/>
              <a:defRPr/>
            </a:pPr>
            <a:r>
              <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pitchFamily="18" charset="0"/>
                <a:ea typeface="+mn-ea"/>
                <a:cs typeface="Times New Roman" panose="02020603050405020304" pitchFamily="18" charset="0"/>
              </a:rPr>
              <a:t>Objectives</a:t>
            </a:r>
            <a:endPar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20000"/>
              </a:lnSpc>
              <a:spcBef>
                <a:spcPts val="1000"/>
              </a:spcBef>
              <a:spcAft>
                <a:spcPts val="0"/>
              </a:spcAft>
              <a:buClrTx/>
              <a:buSzPct val="125000"/>
              <a:buFont typeface="Arial" panose="020B0604020202020204" pitchFamily="34" charset="0"/>
              <a:buAutoNum type="arabicPeriod"/>
              <a:defRPr/>
            </a:pPr>
            <a:r>
              <a:rPr kumimoji="0" lang="en-US" altLang="en-IN" sz="2000" b="0" i="0" u="none" strike="noStrike" kern="1200" cap="all" spc="0" normalizeH="0" baseline="0" noProof="0" dirty="0" err="1">
                <a:ln>
                  <a:noFill/>
                </a:ln>
                <a:solidFill>
                  <a:schemeClr val="tx1">
                    <a:tint val="75000"/>
                  </a:schemeClr>
                </a:solidFill>
                <a:effectLst/>
                <a:uLnTx/>
                <a:uFillTx/>
                <a:latin typeface="Times New Roman" panose="02020603050405020304" pitchFamily="18" charset="0"/>
                <a:ea typeface="+mn-ea"/>
                <a:cs typeface="Times New Roman" panose="02020603050405020304" pitchFamily="18" charset="0"/>
              </a:rPr>
              <a:t>Novelness</a:t>
            </a:r>
            <a:r>
              <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pitchFamily="18" charset="0"/>
                <a:ea typeface="+mn-ea"/>
                <a:cs typeface="Times New Roman" panose="02020603050405020304" pitchFamily="18" charset="0"/>
              </a:rPr>
              <a:t>, features, </a:t>
            </a:r>
            <a:r>
              <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rPr>
              <a:t>CHALLENGES AND LIMITATIONS</a:t>
            </a:r>
            <a:endPar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endParaRPr>
          </a:p>
          <a:p>
            <a:pPr marL="457200" marR="0" lvl="0" indent="-457200" algn="l" defTabSz="914400" rtl="0" eaLnBrk="1" fontAlgn="auto" latinLnBrk="0" hangingPunct="1">
              <a:lnSpc>
                <a:spcPct val="120000"/>
              </a:lnSpc>
              <a:spcBef>
                <a:spcPts val="1000"/>
              </a:spcBef>
              <a:spcAft>
                <a:spcPts val="0"/>
              </a:spcAft>
              <a:buClrTx/>
              <a:buSzPct val="125000"/>
              <a:buFont typeface="Arial" panose="020B0604020202020204" pitchFamily="34" charset="0"/>
              <a:buAutoNum type="arabicPeriod"/>
              <a:defRPr/>
            </a:pPr>
            <a:r>
              <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rPr>
              <a:t>Modular structure of the project</a:t>
            </a:r>
            <a:endPar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endParaRPr>
          </a:p>
          <a:p>
            <a:pPr marL="457200" marR="0" lvl="0" indent="-457200" algn="l" defTabSz="914400" rtl="0" eaLnBrk="1" fontAlgn="auto" latinLnBrk="0" hangingPunct="1">
              <a:lnSpc>
                <a:spcPct val="120000"/>
              </a:lnSpc>
              <a:spcBef>
                <a:spcPts val="1000"/>
              </a:spcBef>
              <a:spcAft>
                <a:spcPts val="0"/>
              </a:spcAft>
              <a:buClrTx/>
              <a:buSzPct val="125000"/>
              <a:buFont typeface="Arial" panose="020B0604020202020204" pitchFamily="34" charset="0"/>
              <a:buAutoNum type="arabicPeriod"/>
              <a:defRPr/>
            </a:pPr>
            <a:r>
              <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rPr>
              <a:t>Results (include graphs, tables if applicable)</a:t>
            </a:r>
            <a:endPar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endParaRPr>
          </a:p>
          <a:p>
            <a:pPr marR="0" lvl="0" algn="l" defTabSz="914400" rtl="0" eaLnBrk="1" fontAlgn="auto" latinLnBrk="0" hangingPunct="1">
              <a:lnSpc>
                <a:spcPct val="120000"/>
              </a:lnSpc>
              <a:spcBef>
                <a:spcPts val="1000"/>
              </a:spcBef>
              <a:spcAft>
                <a:spcPts val="0"/>
              </a:spcAft>
              <a:buClrTx/>
              <a:buSzPct val="125000"/>
              <a:buFont typeface="Arial" panose="020B0604020202020204" pitchFamily="34" charset="0"/>
              <a:defRPr/>
            </a:pPr>
            <a:r>
              <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rPr>
              <a:t>7.     Conclusion and future work</a:t>
            </a:r>
            <a:endPar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endParaRPr>
          </a:p>
          <a:p>
            <a:pPr marR="0" lvl="0" algn="l" defTabSz="914400" rtl="0" eaLnBrk="1" fontAlgn="auto" latinLnBrk="0" hangingPunct="1">
              <a:lnSpc>
                <a:spcPct val="120000"/>
              </a:lnSpc>
              <a:spcBef>
                <a:spcPts val="1000"/>
              </a:spcBef>
              <a:spcAft>
                <a:spcPts val="0"/>
              </a:spcAft>
              <a:buClrTx/>
              <a:buSzPct val="125000"/>
              <a:buFont typeface="Arial" panose="020B0604020202020204" pitchFamily="34" charset="0"/>
              <a:defRPr/>
            </a:pPr>
            <a:r>
              <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rPr>
              <a:t>8.     OTHER TOPIC (if any)</a:t>
            </a:r>
            <a:endPar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endParaRPr>
          </a:p>
          <a:p>
            <a:pPr marL="457200" marR="0" lvl="0" indent="-457200" algn="l" defTabSz="914400" rtl="0" eaLnBrk="1" fontAlgn="auto" latinLnBrk="0" hangingPunct="1">
              <a:lnSpc>
                <a:spcPct val="120000"/>
              </a:lnSpc>
              <a:spcBef>
                <a:spcPts val="1000"/>
              </a:spcBef>
              <a:spcAft>
                <a:spcPts val="0"/>
              </a:spcAft>
              <a:buClrTx/>
              <a:buSzPct val="125000"/>
              <a:buFont typeface="Arial" panose="020B0604020202020204" pitchFamily="34" charset="0"/>
              <a:buNone/>
              <a:defRPr/>
            </a:pPr>
            <a:r>
              <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rPr>
              <a:t>Annexures: A. Certificate(s)</a:t>
            </a:r>
            <a:endPar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endParaRPr>
          </a:p>
          <a:p>
            <a:pPr marL="457200" marR="0" lvl="0" indent="-457200" algn="l" defTabSz="914400" rtl="0" eaLnBrk="1" fontAlgn="auto" latinLnBrk="0" hangingPunct="1">
              <a:lnSpc>
                <a:spcPct val="120000"/>
              </a:lnSpc>
              <a:spcBef>
                <a:spcPts val="1000"/>
              </a:spcBef>
              <a:spcAft>
                <a:spcPts val="0"/>
              </a:spcAft>
              <a:buClrTx/>
              <a:buSzPct val="125000"/>
              <a:buFont typeface="Arial" panose="020B0604020202020204" pitchFamily="34" charset="0"/>
              <a:buNone/>
              <a:defRPr/>
            </a:pPr>
            <a:r>
              <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rPr>
              <a:t>			  B. Code snippets</a:t>
            </a:r>
            <a:endPar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endParaRPr>
          </a:p>
          <a:p>
            <a:pPr marL="457200" marR="0" lvl="0" indent="-457200" algn="l" defTabSz="914400" rtl="0" eaLnBrk="1" fontAlgn="auto" latinLnBrk="0" hangingPunct="1">
              <a:lnSpc>
                <a:spcPct val="120000"/>
              </a:lnSpc>
              <a:spcBef>
                <a:spcPts val="1000"/>
              </a:spcBef>
              <a:spcAft>
                <a:spcPts val="0"/>
              </a:spcAft>
              <a:buClrTx/>
              <a:buSzPct val="125000"/>
              <a:buFont typeface="Arial" panose="020B0604020202020204" pitchFamily="34" charset="0"/>
              <a:buNone/>
              <a:defRPr/>
            </a:pPr>
            <a:r>
              <a:rPr kumimoji="0" lang="en-US" altLang="en-IN" sz="2000" b="0" i="0" u="none" strike="noStrike" kern="1200" cap="all" spc="0" normalizeH="0" baseline="0" noProof="0" dirty="0">
                <a:ln>
                  <a:noFill/>
                </a:ln>
                <a:solidFill>
                  <a:schemeClr val="tx1">
                    <a:tint val="75000"/>
                  </a:schemeClr>
                </a:solidFill>
                <a:effectLst/>
                <a:uLnTx/>
                <a:uFillTx/>
                <a:latin typeface="Times New Roman" panose="02020603050405020304"/>
                <a:ea typeface="+mn-ea"/>
                <a:cs typeface="Times New Roman" panose="02020603050405020304"/>
              </a:rPr>
              <a:t>                          C. Project Demo Snippets</a:t>
            </a:r>
            <a:endParaRPr kumimoji="0" lang="en-US" altLang="en-IN" sz="2400" b="0" i="0" u="none" strike="noStrike" kern="1200" cap="all" spc="0" normalizeH="0" baseline="0" noProof="0" dirty="0">
              <a:ln>
                <a:noFill/>
              </a:ln>
              <a:solidFill>
                <a:schemeClr val="tx1">
                  <a:tint val="75000"/>
                </a:schemeClr>
              </a:solidFill>
              <a:effectLst/>
              <a:uLnTx/>
              <a:uFillTx/>
              <a:latin typeface="+mn-lt"/>
              <a:ea typeface="+mn-ea"/>
              <a:cs typeface="+mn-cs"/>
            </a:endParaRPr>
          </a:p>
        </p:txBody>
      </p:sp>
      <p:pic>
        <p:nvPicPr>
          <p:cNvPr id="20483" name="Picture 3"/>
          <p:cNvPicPr>
            <a:picLocks noChangeAspect="1"/>
          </p:cNvPicPr>
          <p:nvPr/>
        </p:nvPicPr>
        <p:blipFill>
          <a:blip r:embed="rId1"/>
          <a:stretch>
            <a:fillRect/>
          </a:stretch>
        </p:blipFill>
        <p:spPr>
          <a:xfrm>
            <a:off x="0" y="0"/>
            <a:ext cx="1308100" cy="150177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2425700" y="1092835"/>
            <a:ext cx="8791575" cy="671195"/>
          </a:xfrm>
        </p:spPr>
        <p:txBody>
          <a:bodyPr/>
          <a:p>
            <a:r>
              <a:rPr lang="en-US" altLang="en-US" sz="2400">
                <a:solidFill>
                  <a:srgbClr val="FF000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Blood Bank Management Website</a:t>
            </a:r>
            <a:endParaRPr lang="en-US" altLang="en-US" sz="2400">
              <a:solidFill>
                <a:srgbClr val="FF000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p:txBody>
      </p:sp>
      <p:sp>
        <p:nvSpPr>
          <p:cNvPr id="5" name="Subtitle 4"/>
          <p:cNvSpPr>
            <a:spLocks noGrp="1"/>
          </p:cNvSpPr>
          <p:nvPr>
            <p:ph type="subTitle" idx="1"/>
          </p:nvPr>
        </p:nvSpPr>
        <p:spPr>
          <a:xfrm>
            <a:off x="2001519" y="2367598"/>
            <a:ext cx="8791575" cy="1655762"/>
          </a:xfrm>
        </p:spPr>
        <p:txBody>
          <a:bodyPr>
            <a:noAutofit/>
          </a:bodyPr>
          <a:p>
            <a:r>
              <a:rPr lang="en-US" altLang="en-US" sz="1800">
                <a:solidFill>
                  <a:srgbClr val="FFFF0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A Blood Bank Management Website serves as a comprehensive platform designed to streamline and enhance the management of blood banks and donation processes. The primary objective of such a website is to facilitate efficient handling of blood donor data, inventory management, and communication between donors and recipients. This digital solution aims to address common challenges faced by traditional blood banks, such as blood shortages, mismanagement of resources, and inefficient donor-recipient coordinatio</a:t>
            </a:r>
            <a:r>
              <a:rPr lang="en-US" altLang="en-US" sz="1700">
                <a:solidFill>
                  <a:srgbClr val="FFFF0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n.</a:t>
            </a:r>
            <a:endParaRPr lang="en-US" altLang="en-US" sz="1700">
              <a:solidFill>
                <a:srgbClr val="FFFF0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p:txBody>
      </p:sp>
      <p:pic>
        <p:nvPicPr>
          <p:cNvPr id="20483" name="Picture 3"/>
          <p:cNvPicPr>
            <a:picLocks noChangeAspect="1"/>
          </p:cNvPicPr>
          <p:nvPr/>
        </p:nvPicPr>
        <p:blipFill>
          <a:blip r:embed="rId1"/>
          <a:stretch>
            <a:fillRect/>
          </a:stretch>
        </p:blipFill>
        <p:spPr>
          <a:xfrm>
            <a:off x="0" y="0"/>
            <a:ext cx="1308100" cy="150177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mph" presetSubtype="2" fill="hold" grpId="0" nodeType="clickEffect">
                                  <p:stCondLst>
                                    <p:cond delay="0"/>
                                  </p:stCondLst>
                                  <p:iterate type="lt">
                                    <p:tmPct val="20000"/>
                                  </p:iterate>
                                  <p:childTnLst>
                                    <p:anim to="1.5" calcmode="lin" valueType="num">
                                      <p:cBhvr override="childStyle">
                                        <p:cTn id="6" dur="750" fill="hold"/>
                                        <p:tgtEl>
                                          <p:spTgt spid="4"/>
                                        </p:tgtEl>
                                        <p:attrNameLst>
                                          <p:attrName>style.fontSize</p:attrName>
                                        </p:attrNameLst>
                                      </p:cBhvr>
                                    </p:anim>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iterate type="lt">
                                    <p:tmPct val="20000"/>
                                  </p:iterate>
                                  <p:childTnLst>
                                    <p:set>
                                      <p:cBhvr>
                                        <p:cTn id="10" dur="120" fill="hold">
                                          <p:stCondLst>
                                            <p:cond delay="0"/>
                                          </p:stCondLst>
                                        </p:cTn>
                                        <p:tgtEl>
                                          <p:spTgt spid="5">
                                            <p:txEl>
                                              <p:pRg st="0" end="0"/>
                                            </p:txEl>
                                          </p:spTgt>
                                        </p:tgtEl>
                                        <p:attrNameLst>
                                          <p:attrName>style.visibility</p:attrName>
                                        </p:attrNameLst>
                                      </p:cBhvr>
                                      <p:to>
                                        <p:strVal val="visible"/>
                                      </p:to>
                                    </p:set>
                                    <p:animEffect transition="in" filter="fade">
                                      <p:cBhvr>
                                        <p:cTn id="11" dur="12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bldLvl="5" build="p"/>
      <p:bldP spid="5" grpI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buNone/>
            </a:pPr>
            <a:r>
              <a:rPr lang="en-US" altLang="en-US" sz="2000">
                <a:solidFill>
                  <a:srgbClr val="FFFF00"/>
                </a:solidFill>
                <a:latin typeface="Times New Roman" panose="02020603050405020304" pitchFamily="18" charset="0"/>
                <a:cs typeface="Times New Roman" panose="02020603050405020304" pitchFamily="18" charset="0"/>
              </a:rPr>
              <a:t>The need for a robust and efficient blood bank management system is critical to ensuring a reliable supply of safe blood for medical emergencies, surgeries, and chronic illnesses. Traditional blood bank operations often face challenges like blood shortages, inefficient donor-recipient coordination, and administrative bottlenecks. A digital platform designed to manage these processes can significantly enhance the efficiency, accessibility, and reliability of blood banks.</a:t>
            </a:r>
            <a:endParaRPr lang="en-US" altLang="en-US" sz="2000">
              <a:solidFill>
                <a:srgbClr val="FFFF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2721610" y="1283335"/>
            <a:ext cx="6520815" cy="521970"/>
          </a:xfrm>
          <a:prstGeom prst="rect">
            <a:avLst/>
          </a:prstGeom>
          <a:noFill/>
        </p:spPr>
        <p:txBody>
          <a:bodyPr wrap="square" rtlCol="0">
            <a:spAutoFit/>
          </a:bodyPr>
          <a:p>
            <a:r>
              <a:rPr lang="en-US" altLang="en-IN" sz="2800" cap="all" noProof="0" dirty="0">
                <a:ln>
                  <a:noFill/>
                </a:ln>
                <a:solidFill>
                  <a:srgbClr val="FF0000"/>
                </a:solidFill>
                <a:effectLst/>
                <a:uLnTx/>
                <a:uFillTx/>
                <a:latin typeface="Times New Roman" panose="02020603050405020304"/>
                <a:cs typeface="Times New Roman" panose="02020603050405020304"/>
                <a:sym typeface="+mn-ea"/>
              </a:rPr>
              <a:t>Problem statement</a:t>
            </a:r>
            <a:endParaRPr lang="en-US" altLang="en-IN" sz="2800" cap="all" noProof="0" dirty="0">
              <a:ln>
                <a:noFill/>
              </a:ln>
              <a:solidFill>
                <a:srgbClr val="FF0000"/>
              </a:solidFill>
              <a:effectLst/>
              <a:uLnTx/>
              <a:uFillTx/>
              <a:latin typeface="Times New Roman" panose="02020603050405020304"/>
              <a:cs typeface="Times New Roman" panose="02020603050405020304"/>
              <a:sym typeface="+mn-ea"/>
            </a:endParaRPr>
          </a:p>
        </p:txBody>
      </p:sp>
      <p:pic>
        <p:nvPicPr>
          <p:cNvPr id="20483" name="Picture 3"/>
          <p:cNvPicPr>
            <a:picLocks noChangeAspect="1"/>
          </p:cNvPicPr>
          <p:nvPr/>
        </p:nvPicPr>
        <p:blipFill>
          <a:blip r:embed="rId1"/>
          <a:stretch>
            <a:fillRect/>
          </a:stretch>
        </p:blipFill>
        <p:spPr>
          <a:xfrm>
            <a:off x="10160" y="0"/>
            <a:ext cx="1308100" cy="15017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mph" presetSubtype="2" fill="hold" grpId="0" nodeType="clickEffect">
                                  <p:stCondLst>
                                    <p:cond delay="0"/>
                                  </p:stCondLst>
                                  <p:iterate type="lt">
                                    <p:tmPct val="20000"/>
                                  </p:iterate>
                                  <p:childTnLst>
                                    <p:anim to="1.5" calcmode="lin" valueType="num">
                                      <p:cBhvr override="childStyle">
                                        <p:cTn id="6" dur="750" fill="hold"/>
                                        <p:tgtEl>
                                          <p:spTgt spid="4">
                                            <p:txEl>
                                              <p:pRg st="0" end="0"/>
                                            </p:txEl>
                                          </p:spTgt>
                                        </p:tgtEl>
                                        <p:attrNameLst>
                                          <p:attrName>style.fontSize</p:attrName>
                                        </p:attrNameLst>
                                      </p:cBhvr>
                                    </p:anim>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iterate type="lt">
                                    <p:tmPct val="20000"/>
                                  </p:iterate>
                                  <p:childTnLst>
                                    <p:set>
                                      <p:cBhvr>
                                        <p:cTn id="10" dur="120" fill="hold">
                                          <p:stCondLst>
                                            <p:cond delay="0"/>
                                          </p:stCondLst>
                                        </p:cTn>
                                        <p:tgtEl>
                                          <p:spTgt spid="3">
                                            <p:txEl>
                                              <p:pRg st="0" end="0"/>
                                            </p:txEl>
                                          </p:spTgt>
                                        </p:tgtEl>
                                        <p:attrNameLst>
                                          <p:attrName>style.visibility</p:attrName>
                                        </p:attrNameLst>
                                      </p:cBhvr>
                                      <p:to>
                                        <p:strVal val="visible"/>
                                      </p:to>
                                    </p:set>
                                    <p:animEffect transition="in" filter="wheel(1)">
                                      <p:cBhvr>
                                        <p:cTn id="11" dur="12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4" grpId="1"/>
      <p:bldP spid="3" grpId="0" bldLvl="5" build="p"/>
      <p:bldP spid="3" grpI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74620" y="493395"/>
            <a:ext cx="7456805" cy="1478280"/>
          </a:xfrm>
        </p:spPr>
        <p:txBody>
          <a:bodyPr/>
          <a:p>
            <a:r>
              <a:rPr lang="en-US" altLang="en-US" sz="2800">
                <a:solidFill>
                  <a:srgbClr val="FF0000"/>
                </a:solidFill>
                <a:latin typeface="Times New Roman" panose="02020603050405020304" pitchFamily="18" charset="0"/>
                <a:cs typeface="Times New Roman" panose="02020603050405020304" pitchFamily="18" charset="0"/>
              </a:rPr>
              <a:t>Objective</a:t>
            </a:r>
            <a:endParaRPr lang="en-US" altLang="en-US" sz="280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pPr marL="0" indent="0">
              <a:buNone/>
            </a:pPr>
            <a:r>
              <a:rPr lang="en-US" altLang="en-US" sz="2000">
                <a:solidFill>
                  <a:srgbClr val="FFFF00"/>
                </a:solidFill>
                <a:latin typeface="Times New Roman" panose="02020603050405020304" pitchFamily="18" charset="0"/>
                <a:cs typeface="Times New Roman" panose="02020603050405020304" pitchFamily="18" charset="0"/>
              </a:rPr>
              <a:t>Develop a Blood Bank Management Website that facilitates seamless interaction between blood donors, recipients, and blood bank administrators. The system should manage donor registration, blood inventory tracking, recipient management, and scheduling of donation and transfusion appointments. It should also provide analytical tools for monitoring and optimizing blood bank operations.</a:t>
            </a:r>
            <a:endParaRPr lang="en-US" altLang="en-US" sz="2000">
              <a:solidFill>
                <a:srgbClr val="FFFF00"/>
              </a:solidFill>
              <a:latin typeface="Times New Roman" panose="02020603050405020304" pitchFamily="18" charset="0"/>
              <a:cs typeface="Times New Roman" panose="02020603050405020304" pitchFamily="18" charset="0"/>
            </a:endParaRPr>
          </a:p>
        </p:txBody>
      </p:sp>
      <p:pic>
        <p:nvPicPr>
          <p:cNvPr id="20483" name="Picture 3"/>
          <p:cNvPicPr>
            <a:picLocks noChangeAspect="1"/>
          </p:cNvPicPr>
          <p:nvPr/>
        </p:nvPicPr>
        <p:blipFill>
          <a:blip r:embed="rId1"/>
          <a:stretch>
            <a:fillRect/>
          </a:stretch>
        </p:blipFill>
        <p:spPr>
          <a:xfrm>
            <a:off x="0" y="0"/>
            <a:ext cx="1308100" cy="15017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mph" presetSubtype="2" fill="hold" grpId="0" nodeType="clickEffect">
                                  <p:stCondLst>
                                    <p:cond delay="0"/>
                                  </p:stCondLst>
                                  <p:childTnLst>
                                    <p:anim to="1.5" calcmode="lin" valueType="num">
                                      <p:cBhvr override="childStyle">
                                        <p:cTn id="6" dur="1000" fill="hold"/>
                                        <p:tgtEl>
                                          <p:spTgt spid="2"/>
                                        </p:tgtEl>
                                        <p:attrNameLst>
                                          <p:attrName>style.fontSize</p:attrName>
                                        </p:attrNameLst>
                                      </p:cBhvr>
                                    </p:anim>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000" fill="hold">
                                          <p:stCondLst>
                                            <p:cond delay="0"/>
                                          </p:stCondLst>
                                        </p:cTn>
                                        <p:tgtEl>
                                          <p:spTgt spid="3">
                                            <p:txEl>
                                              <p:pRg st="0" end="0"/>
                                            </p:txEl>
                                          </p:spTgt>
                                        </p:tgtEl>
                                        <p:attrNameLst>
                                          <p:attrName>style.visibility</p:attrName>
                                        </p:attrNameLst>
                                      </p:cBhvr>
                                      <p:to>
                                        <p:strVal val="visible"/>
                                      </p:to>
                                    </p:set>
                                    <p:animEffect transition="in" filter="fade">
                                      <p:cBhvr>
                                        <p:cTn id="11"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78735" y="424180"/>
            <a:ext cx="8257540" cy="1478280"/>
          </a:xfrm>
        </p:spPr>
        <p:txBody>
          <a:bodyPr/>
          <a:p>
            <a:r>
              <a:rPr lang="en-US" altLang="en-US" sz="2400">
                <a:solidFill>
                  <a:srgbClr val="FF0000"/>
                </a:solidFill>
                <a:latin typeface="Times New Roman" panose="02020603050405020304" pitchFamily="18" charset="0"/>
                <a:cs typeface="Times New Roman" panose="02020603050405020304" pitchFamily="18" charset="0"/>
                <a:sym typeface="+mn-ea"/>
              </a:rPr>
              <a:t>Novelness</a:t>
            </a:r>
            <a:endParaRPr lang="en-US" altLang="en-US" sz="2400">
              <a:solidFill>
                <a:srgbClr val="FF0000"/>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1247458" y="1902143"/>
            <a:ext cx="9906000" cy="3541712"/>
          </a:xfrm>
        </p:spPr>
        <p:txBody>
          <a:bodyPr/>
          <a:p>
            <a:pPr marL="0" indent="0">
              <a:buNone/>
            </a:pPr>
            <a:r>
              <a:rPr lang="en-US" altLang="en-US" sz="1800">
                <a:solidFill>
                  <a:srgbClr val="FFFF00"/>
                </a:solidFill>
                <a:latin typeface="Times New Roman" panose="02020603050405020304" pitchFamily="18" charset="0"/>
                <a:cs typeface="Times New Roman" panose="02020603050405020304" pitchFamily="18" charset="0"/>
              </a:rPr>
              <a:t>1.Real-Time Inventory Management: Implementing real-time tracking of blood inventory levels to ensure accurate and up-to-date information about available blood types and quantities.</a:t>
            </a:r>
            <a:endParaRPr lang="en-US" altLang="en-US" sz="1800">
              <a:solidFill>
                <a:srgbClr val="FFFF00"/>
              </a:solidFill>
              <a:latin typeface="Times New Roman" panose="02020603050405020304" pitchFamily="18" charset="0"/>
              <a:cs typeface="Times New Roman" panose="02020603050405020304" pitchFamily="18" charset="0"/>
            </a:endParaRPr>
          </a:p>
          <a:p>
            <a:pPr marL="0" indent="0">
              <a:buNone/>
            </a:pPr>
            <a:r>
              <a:rPr lang="en-US" altLang="en-US" sz="1800">
                <a:solidFill>
                  <a:srgbClr val="FFFF00"/>
                </a:solidFill>
                <a:latin typeface="Times New Roman" panose="02020603050405020304" pitchFamily="18" charset="0"/>
                <a:cs typeface="Times New Roman" panose="02020603050405020304" pitchFamily="18" charset="0"/>
              </a:rPr>
              <a:t>2.Enhanced User Experience: Developing interfaces that are easy to use and visually appealing for both   donors and recipients, simplifying the process of registering, donating, and requesting blood.</a:t>
            </a:r>
            <a:endParaRPr lang="en-US" altLang="en-US" sz="1800">
              <a:solidFill>
                <a:srgbClr val="FFFF00"/>
              </a:solidFill>
              <a:latin typeface="Times New Roman" panose="02020603050405020304" pitchFamily="18" charset="0"/>
              <a:cs typeface="Times New Roman" panose="02020603050405020304" pitchFamily="18" charset="0"/>
            </a:endParaRPr>
          </a:p>
          <a:p>
            <a:pPr marL="0" indent="0">
              <a:buNone/>
            </a:pPr>
            <a:r>
              <a:rPr lang="en-US" altLang="en-US" sz="1800">
                <a:solidFill>
                  <a:srgbClr val="FFFF00"/>
                </a:solidFill>
                <a:latin typeface="Times New Roman" panose="02020603050405020304" pitchFamily="18" charset="0"/>
                <a:cs typeface="Times New Roman" panose="02020603050405020304" pitchFamily="18" charset="0"/>
              </a:rPr>
              <a:t>3.Mobile Integration: Offering mobile applications that provide on-the-go access to blood bank services, notifications for donation opportunities, and updates on blood requests.</a:t>
            </a:r>
            <a:endParaRPr lang="en-US" altLang="en-US" sz="1800">
              <a:solidFill>
                <a:srgbClr val="FFFF00"/>
              </a:solidFill>
              <a:latin typeface="Times New Roman" panose="02020603050405020304" pitchFamily="18" charset="0"/>
              <a:cs typeface="Times New Roman" panose="02020603050405020304" pitchFamily="18" charset="0"/>
            </a:endParaRPr>
          </a:p>
          <a:p>
            <a:pPr marL="0" indent="0">
              <a:buNone/>
            </a:pPr>
            <a:r>
              <a:rPr lang="en-US" altLang="en-US" sz="1800">
                <a:solidFill>
                  <a:srgbClr val="FFFF00"/>
                </a:solidFill>
                <a:latin typeface="Times New Roman" panose="02020603050405020304" pitchFamily="18" charset="0"/>
                <a:cs typeface="Times New Roman" panose="02020603050405020304" pitchFamily="18" charset="0"/>
              </a:rPr>
              <a:t>4.Integration with Healthcare Systems: Seamless connectivity with hospitals, clinics, and other healthcare facilities to facilitate better communication and coordination in managing blood supplies and demands.</a:t>
            </a:r>
            <a:endParaRPr lang="en-US" altLang="en-US" sz="1800">
              <a:solidFill>
                <a:srgbClr val="FFFF00"/>
              </a:solidFill>
              <a:latin typeface="Times New Roman" panose="02020603050405020304" pitchFamily="18" charset="0"/>
              <a:cs typeface="Times New Roman" panose="02020603050405020304" pitchFamily="18" charset="0"/>
            </a:endParaRPr>
          </a:p>
          <a:p>
            <a:pPr marL="0" indent="0">
              <a:buNone/>
            </a:pPr>
            <a:endParaRPr lang="en-US" altLang="en-US" sz="1800">
              <a:solidFill>
                <a:srgbClr val="FFFF00"/>
              </a:solidFill>
              <a:latin typeface="Times New Roman" panose="02020603050405020304" pitchFamily="18" charset="0"/>
              <a:cs typeface="Times New Roman" panose="02020603050405020304" pitchFamily="18" charset="0"/>
            </a:endParaRPr>
          </a:p>
        </p:txBody>
      </p:sp>
      <p:pic>
        <p:nvPicPr>
          <p:cNvPr id="20483" name="Picture 3"/>
          <p:cNvPicPr>
            <a:picLocks noChangeAspect="1"/>
          </p:cNvPicPr>
          <p:nvPr/>
        </p:nvPicPr>
        <p:blipFill>
          <a:blip r:embed="rId1"/>
          <a:stretch>
            <a:fillRect/>
          </a:stretch>
        </p:blipFill>
        <p:spPr>
          <a:xfrm>
            <a:off x="9525" y="0"/>
            <a:ext cx="1308100" cy="150177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432560" y="263525"/>
            <a:ext cx="10601325" cy="6969760"/>
          </a:xfrm>
        </p:spPr>
        <p:txBody>
          <a:bodyPr/>
          <a:p>
            <a:endParaRPr lang="en-US" altLang="en-US">
              <a:solidFill>
                <a:srgbClr val="FF0000"/>
              </a:solidFill>
            </a:endParaRPr>
          </a:p>
          <a:p>
            <a:pPr marL="0" indent="0">
              <a:buNone/>
            </a:pPr>
            <a:r>
              <a:rPr lang="en-US" altLang="en-US">
                <a:solidFill>
                  <a:srgbClr val="FF000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sym typeface="+mn-ea"/>
              </a:rPr>
              <a:t>  Key Features:</a:t>
            </a:r>
            <a:endParaRPr lang="en-US" altLang="en-US">
              <a:solidFill>
                <a:srgbClr val="FF000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sym typeface="+mn-ea"/>
            </a:endParaRPr>
          </a:p>
          <a:p>
            <a:pPr marL="0" indent="0">
              <a:buNone/>
            </a:pPr>
            <a:endParaRPr lang="en-US" altLang="en-US" sz="1800">
              <a:solidFill>
                <a:srgbClr val="FF000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r>
              <a:rPr lang="en-US" altLang="en-US" sz="1800">
                <a:solidFill>
                  <a:srgbClr val="0070C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sym typeface="+mn-ea"/>
              </a:rPr>
              <a:t>Donor Registration and Management:</a:t>
            </a:r>
            <a:r>
              <a:rPr lang="en-US" altLang="en-US" sz="1800">
                <a:effectLst>
                  <a:glow rad="228600">
                    <a:schemeClr val="accent6">
                      <a:satMod val="175000"/>
                      <a:alpha val="40000"/>
                    </a:schemeClr>
                  </a:glow>
                </a:effectLst>
                <a:latin typeface="Times New Roman" panose="02020603050405020304" pitchFamily="18" charset="0"/>
                <a:cs typeface="Times New Roman" panose="02020603050405020304" pitchFamily="18" charset="0"/>
                <a:sym typeface="+mn-ea"/>
              </a:rPr>
              <a:t> </a:t>
            </a:r>
            <a:r>
              <a:rPr lang="en-US" altLang="en-US" sz="1800">
                <a:solidFill>
                  <a:srgbClr val="FFFF0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sym typeface="+mn-ea"/>
              </a:rPr>
              <a:t>Allows users to register as blood donors, manage their profiles, and receive reminders for upcoming donation opportunities.</a:t>
            </a:r>
            <a:endParaRPr lang="en-US" altLang="en-US" sz="1800">
              <a:solidFill>
                <a:srgbClr val="FFFF0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endParaRPr lang="en-US" altLang="en-US" sz="1800">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r>
              <a:rPr lang="en-US" altLang="en-US" sz="1800">
                <a:solidFill>
                  <a:srgbClr val="0070C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sym typeface="+mn-ea"/>
              </a:rPr>
              <a:t>Blood Inventory Tracking:</a:t>
            </a:r>
            <a:r>
              <a:rPr lang="en-US" altLang="en-US" sz="1800">
                <a:solidFill>
                  <a:srgbClr val="FFFF0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sym typeface="+mn-ea"/>
              </a:rPr>
              <a:t> Real-time monitoring of blood stocks, including the types and quantities of blood available, ensuring optimal utilization of resources.</a:t>
            </a:r>
            <a:endParaRPr lang="en-US" altLang="en-US" sz="1800">
              <a:solidFill>
                <a:srgbClr val="FFFF0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endParaRPr lang="en-US" altLang="en-US" sz="1800">
              <a:solidFill>
                <a:srgbClr val="0070C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r>
              <a:rPr lang="en-US" altLang="en-US" sz="1800">
                <a:solidFill>
                  <a:srgbClr val="0070C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sym typeface="+mn-ea"/>
              </a:rPr>
              <a:t>Contact us:</a:t>
            </a:r>
            <a:r>
              <a:rPr lang="en-US" altLang="en-US" sz="1800">
                <a:solidFill>
                  <a:srgbClr val="FFFF0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sym typeface="+mn-ea"/>
              </a:rPr>
              <a:t> You can contact blood bank by providing your name ,email and write your poblem in the message box.we will contact you with the help of mail given by you.</a:t>
            </a:r>
            <a:endParaRPr lang="en-US" altLang="en-US" sz="1800">
              <a:solidFill>
                <a:srgbClr val="FFFF0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endParaRPr lang="en-US" altLang="en-US" sz="1800">
              <a:solidFill>
                <a:srgbClr val="FFFF0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r>
              <a:rPr lang="en-US" altLang="en-US" sz="1800">
                <a:solidFill>
                  <a:srgbClr val="0070C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sym typeface="+mn-ea"/>
              </a:rPr>
              <a:t>Basic Eligibility Check: </a:t>
            </a:r>
            <a:r>
              <a:rPr lang="en-US" altLang="en-US" sz="1800">
                <a:solidFill>
                  <a:srgbClr val="FFFF00"/>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sym typeface="+mn-ea"/>
              </a:rPr>
              <a:t>This link will help patient to check He/She is eligibile to donate blood or not.If yes message will be diplayed “yes you are eligible” ,if  not then it will display “you are not eligible ”</a:t>
            </a:r>
            <a:r>
              <a:rPr lang="en-US" altLang="en-US" sz="1800">
                <a:solidFill>
                  <a:srgbClr val="FFFF00"/>
                </a:solidFill>
                <a:latin typeface="Times New Roman" panose="02020603050405020304" pitchFamily="18" charset="0"/>
                <a:cs typeface="Times New Roman" panose="02020603050405020304" pitchFamily="18" charset="0"/>
                <a:sym typeface="+mn-ea"/>
              </a:rPr>
              <a:t>.</a:t>
            </a:r>
            <a:endParaRPr lang="en-US" altLang="en-US" sz="1800">
              <a:latin typeface="Times New Roman" panose="02020603050405020304" pitchFamily="18" charset="0"/>
              <a:cs typeface="Times New Roman" panose="02020603050405020304" pitchFamily="18" charset="0"/>
            </a:endParaRPr>
          </a:p>
          <a:p>
            <a:endParaRPr lang="en-US" altLang="en-US" sz="1800">
              <a:latin typeface="Times New Roman" panose="02020603050405020304" pitchFamily="18" charset="0"/>
              <a:cs typeface="Times New Roman" panose="02020603050405020304" pitchFamily="18" charset="0"/>
            </a:endParaRPr>
          </a:p>
          <a:p>
            <a:endParaRPr lang="en-US" sz="1800"/>
          </a:p>
        </p:txBody>
      </p:sp>
      <p:pic>
        <p:nvPicPr>
          <p:cNvPr id="20483" name="Picture 3"/>
          <p:cNvPicPr>
            <a:picLocks noChangeAspect="1"/>
          </p:cNvPicPr>
          <p:nvPr/>
        </p:nvPicPr>
        <p:blipFill>
          <a:blip r:embed="rId1"/>
          <a:stretch>
            <a:fillRect/>
          </a:stretch>
        </p:blipFill>
        <p:spPr>
          <a:xfrm>
            <a:off x="0" y="0"/>
            <a:ext cx="1308100" cy="15017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mph" presetSubtype="2" fill="hold" nodeType="clickEffect">
                                  <p:stCondLst>
                                    <p:cond delay="0"/>
                                  </p:stCondLst>
                                  <p:iterate type="lt">
                                    <p:tmPct val="20000"/>
                                  </p:iterate>
                                  <p:childTnLst>
                                    <p:anim to="1.5" calcmode="lin" valueType="num">
                                      <p:cBhvr override="childStyle">
                                        <p:cTn id="6" dur="2000" fill="hold"/>
                                        <p:tgtEl>
                                          <p:spTgt spid="3">
                                            <p:txEl>
                                              <p:pRg st="1" end="1"/>
                                            </p:txEl>
                                          </p:spTgt>
                                        </p:tgtEl>
                                        <p:attrNameLst>
                                          <p:attrName>style.fontSize</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2400">
                <a:solidFill>
                  <a:srgbClr val="FF0000"/>
                </a:solidFill>
                <a:latin typeface="Times New Roman" panose="02020603050405020304" pitchFamily="18" charset="0"/>
                <a:cs typeface="Times New Roman" panose="02020603050405020304" pitchFamily="18" charset="0"/>
              </a:rPr>
              <a:t>CHALLENGES</a:t>
            </a:r>
            <a:endParaRPr lang="en-US" altLang="en-US" sz="240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64578" y="1979613"/>
            <a:ext cx="9906000" cy="3541712"/>
          </a:xfrm>
        </p:spPr>
        <p:txBody>
          <a:bodyPr/>
          <a:p>
            <a:pPr marL="0" indent="0">
              <a:buNone/>
            </a:pPr>
            <a:r>
              <a:rPr lang="en-US" altLang="en-US">
                <a:solidFill>
                  <a:srgbClr val="FFFF00"/>
                </a:solidFill>
                <a:latin typeface="Times New Roman" panose="02020603050405020304" pitchFamily="18" charset="0"/>
                <a:cs typeface="Times New Roman" panose="02020603050405020304" pitchFamily="18" charset="0"/>
              </a:rPr>
              <a:t>1.Data Privacy and Security:</a:t>
            </a:r>
            <a:endParaRPr lang="en-US" altLang="en-US">
              <a:solidFill>
                <a:srgbClr val="FFFF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Protecting sensitive personal information of donors and recipients from breaches and unauthorized access.</a:t>
            </a:r>
            <a:endParaRPr lang="en-US" altLang="en-US">
              <a:solidFill>
                <a:srgbClr val="FFFF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Ensuring compliance with data protection regulations and standards, such as GDPR.</a:t>
            </a:r>
            <a:endParaRPr lang="en-US" altLang="en-US">
              <a:solidFill>
                <a:srgbClr val="FFFF00"/>
              </a:solidFill>
              <a:latin typeface="Times New Roman" panose="02020603050405020304" pitchFamily="18" charset="0"/>
              <a:cs typeface="Times New Roman" panose="02020603050405020304" pitchFamily="18" charset="0"/>
            </a:endParaRPr>
          </a:p>
          <a:p>
            <a:pPr marL="0" indent="0">
              <a:buNone/>
            </a:pPr>
            <a:r>
              <a:rPr lang="en-US" altLang="en-US">
                <a:solidFill>
                  <a:srgbClr val="FFFF00"/>
                </a:solidFill>
                <a:latin typeface="Times New Roman" panose="02020603050405020304" pitchFamily="18" charset="0"/>
                <a:cs typeface="Times New Roman" panose="02020603050405020304" pitchFamily="18" charset="0"/>
              </a:rPr>
              <a:t>2.Supply-Demand Management:</a:t>
            </a:r>
            <a:endParaRPr lang="en-US" altLang="en-US">
              <a:solidFill>
                <a:srgbClr val="FFFF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Balancing the availability of blood supplies with the fluctuating demand, especially during emergencies and disasters.</a:t>
            </a:r>
            <a:endParaRPr lang="en-US" altLang="en-US" sz="1800">
              <a:solidFill>
                <a:srgbClr val="FFFF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Managing the shelf-life of blood products to minimize wastage.</a:t>
            </a:r>
            <a:endParaRPr lang="en-US" altLang="en-US" sz="1800">
              <a:solidFill>
                <a:srgbClr val="FFFF00"/>
              </a:solidFill>
              <a:latin typeface="Times New Roman" panose="02020603050405020304" pitchFamily="18" charset="0"/>
              <a:cs typeface="Times New Roman" panose="02020603050405020304" pitchFamily="18" charset="0"/>
            </a:endParaRPr>
          </a:p>
        </p:txBody>
      </p:sp>
      <p:pic>
        <p:nvPicPr>
          <p:cNvPr id="20483" name="Picture 3"/>
          <p:cNvPicPr>
            <a:picLocks noChangeAspect="1"/>
          </p:cNvPicPr>
          <p:nvPr/>
        </p:nvPicPr>
        <p:blipFill>
          <a:blip r:embed="rId1"/>
          <a:stretch>
            <a:fillRect/>
          </a:stretch>
        </p:blipFill>
        <p:spPr>
          <a:xfrm>
            <a:off x="9525" y="0"/>
            <a:ext cx="1308100" cy="150177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2400">
                <a:solidFill>
                  <a:srgbClr val="FF0000"/>
                </a:solidFill>
                <a:latin typeface="Times New Roman" panose="02020603050405020304" pitchFamily="18" charset="0"/>
                <a:cs typeface="Times New Roman" panose="02020603050405020304" pitchFamily="18" charset="0"/>
                <a:sym typeface="+mn-ea"/>
              </a:rPr>
              <a:t>CHALLENGES</a:t>
            </a:r>
            <a:endParaRPr lang="en-US" sz="2400"/>
          </a:p>
        </p:txBody>
      </p:sp>
      <p:sp>
        <p:nvSpPr>
          <p:cNvPr id="3" name="Content Placeholder 2"/>
          <p:cNvSpPr>
            <a:spLocks noGrp="1"/>
          </p:cNvSpPr>
          <p:nvPr>
            <p:ph idx="1"/>
          </p:nvPr>
        </p:nvSpPr>
        <p:spPr>
          <a:xfrm>
            <a:off x="1141413" y="2027873"/>
            <a:ext cx="9906000" cy="3541712"/>
          </a:xfrm>
        </p:spPr>
        <p:txBody>
          <a:bodyPr/>
          <a:p>
            <a:pPr marL="0" indent="0">
              <a:buNone/>
            </a:pPr>
            <a:r>
              <a:rPr lang="en-US" altLang="en-US">
                <a:solidFill>
                  <a:srgbClr val="FFFF00"/>
                </a:solidFill>
                <a:latin typeface="Times New Roman" panose="02020603050405020304" pitchFamily="18" charset="0"/>
                <a:cs typeface="Times New Roman" panose="02020603050405020304" pitchFamily="18" charset="0"/>
                <a:sym typeface="+mn-ea"/>
              </a:rPr>
              <a:t>3.Technological Barriers:</a:t>
            </a:r>
            <a:endParaRPr lang="en-US" altLang="en-US">
              <a:solidFill>
                <a:srgbClr val="FFFF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sym typeface="+mn-ea"/>
              </a:rPr>
              <a:t>Ensuring that all potential users have access to and can effectively use the digital platform, particularly in areas with limited internet connectivity or technological literacy.</a:t>
            </a:r>
            <a:endParaRPr lang="en-US" altLang="en-US" sz="1800">
              <a:solidFill>
                <a:srgbClr val="FFFF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sym typeface="+mn-ea"/>
              </a:rPr>
              <a:t>Addressing technical issues, bugs, and system downtimes that could disrupt operations.</a:t>
            </a:r>
            <a:endParaRPr lang="en-US" altLang="en-US">
              <a:solidFill>
                <a:srgbClr val="FFFF00"/>
              </a:solidFill>
            </a:endParaRPr>
          </a:p>
          <a:p>
            <a:pPr marL="0" indent="0">
              <a:buNone/>
            </a:pPr>
            <a:r>
              <a:rPr lang="en-US" altLang="en-US">
                <a:solidFill>
                  <a:srgbClr val="FFFF00"/>
                </a:solidFill>
                <a:latin typeface="Times New Roman" panose="02020603050405020304" pitchFamily="18" charset="0"/>
                <a:cs typeface="Times New Roman" panose="02020603050405020304" pitchFamily="18" charset="0"/>
              </a:rPr>
              <a:t>4.Donor Retention and Engagement:</a:t>
            </a:r>
            <a:endParaRPr lang="en-US" altLang="en-US" sz="1800">
              <a:solidFill>
                <a:srgbClr val="FFFF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Keeping donors motivated to continue donating regularly.</a:t>
            </a:r>
            <a:endParaRPr lang="en-US" altLang="en-US" sz="1800">
              <a:solidFill>
                <a:srgbClr val="FFFF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Implementing effective communication and engagement strategies to build a loyal donor base.</a:t>
            </a:r>
            <a:endParaRPr lang="en-US" altLang="en-US" sz="1800">
              <a:solidFill>
                <a:srgbClr val="FFFF00"/>
              </a:solidFill>
              <a:latin typeface="Times New Roman" panose="02020603050405020304" pitchFamily="18" charset="0"/>
              <a:cs typeface="Times New Roman" panose="02020603050405020304" pitchFamily="18" charset="0"/>
            </a:endParaRPr>
          </a:p>
        </p:txBody>
      </p:sp>
      <p:pic>
        <p:nvPicPr>
          <p:cNvPr id="20483" name="Picture 3"/>
          <p:cNvPicPr>
            <a:picLocks noChangeAspect="1"/>
          </p:cNvPicPr>
          <p:nvPr/>
        </p:nvPicPr>
        <p:blipFill>
          <a:blip r:embed="rId1"/>
          <a:stretch>
            <a:fillRect/>
          </a:stretch>
        </p:blipFill>
        <p:spPr>
          <a:xfrm>
            <a:off x="9525" y="0"/>
            <a:ext cx="1308100" cy="1501775"/>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07783" y="619125"/>
            <a:ext cx="9906000" cy="1477963"/>
          </a:xfrm>
        </p:spPr>
        <p:txBody>
          <a:bodyPr/>
          <a:p>
            <a:r>
              <a:rPr lang="en-US" altLang="en-US" sz="2400">
                <a:solidFill>
                  <a:srgbClr val="FF0000"/>
                </a:solidFill>
                <a:latin typeface="Times New Roman" panose="02020603050405020304" pitchFamily="18" charset="0"/>
                <a:cs typeface="Times New Roman" panose="02020603050405020304" pitchFamily="18" charset="0"/>
              </a:rPr>
              <a:t>LIMITATIONS</a:t>
            </a:r>
            <a:endParaRPr lang="en-US" altLang="en-US" sz="240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83628" y="1921828"/>
            <a:ext cx="9906000" cy="3541712"/>
          </a:xfrm>
        </p:spPr>
        <p:txBody>
          <a:bodyPr/>
          <a:p>
            <a:pPr marL="0" indent="0">
              <a:buNone/>
            </a:pPr>
            <a:r>
              <a:rPr lang="en-US" altLang="en-US">
                <a:solidFill>
                  <a:srgbClr val="FF0000"/>
                </a:solidFill>
                <a:latin typeface="Times New Roman" panose="02020603050405020304" pitchFamily="18" charset="0"/>
                <a:cs typeface="Times New Roman" panose="02020603050405020304" pitchFamily="18" charset="0"/>
              </a:rPr>
              <a:t>1.Dependence on Technology:</a:t>
            </a:r>
            <a:endParaRPr lang="en-US" altLang="en-US">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These systems rely heavily on technology and internet connectivity, which can be a barrier in remote or underdeveloped areas.</a:t>
            </a:r>
            <a:endParaRPr lang="en-US" altLang="en-US">
              <a:solidFill>
                <a:srgbClr val="FFFF00"/>
              </a:solidFill>
              <a:latin typeface="Times New Roman" panose="02020603050405020304" pitchFamily="18" charset="0"/>
              <a:cs typeface="Times New Roman" panose="02020603050405020304" pitchFamily="18" charset="0"/>
            </a:endParaRPr>
          </a:p>
          <a:p>
            <a:pPr marL="0" indent="0">
              <a:buNone/>
            </a:pPr>
            <a:r>
              <a:rPr lang="en-US" altLang="en-US">
                <a:solidFill>
                  <a:srgbClr val="FF0000"/>
                </a:solidFill>
                <a:latin typeface="Times New Roman" panose="02020603050405020304" pitchFamily="18" charset="0"/>
                <a:cs typeface="Times New Roman" panose="02020603050405020304" pitchFamily="18" charset="0"/>
              </a:rPr>
              <a:t>2.System Downtime:</a:t>
            </a:r>
            <a:endParaRPr lang="en-US" altLang="en-US">
              <a:solidFill>
                <a:srgbClr val="FF00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Technical issues, maintenance, and server downtimes can disrupt the availability and functionality of the website, affecting the blood supply chain</a:t>
            </a:r>
            <a:r>
              <a:rPr lang="en-US" altLang="en-US" sz="1800">
                <a:latin typeface="Times New Roman" panose="02020603050405020304" pitchFamily="18" charset="0"/>
                <a:cs typeface="Times New Roman" panose="02020603050405020304" pitchFamily="18" charset="0"/>
              </a:rPr>
              <a:t>.</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a:solidFill>
                  <a:srgbClr val="FF0000"/>
                </a:solidFill>
                <a:latin typeface="Times New Roman" panose="02020603050405020304" pitchFamily="18" charset="0"/>
                <a:cs typeface="Times New Roman" panose="02020603050405020304" pitchFamily="18" charset="0"/>
              </a:rPr>
              <a:t>3.Data Accuracy:</a:t>
            </a:r>
            <a:endParaRPr lang="en-US" altLang="en-US">
              <a:solidFill>
                <a:srgbClr val="FF00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The accuracy of the data entered into the system is crucial. Inaccurate or outdated information can lead to mismatches and inefficiencies in blood distribution.</a:t>
            </a:r>
            <a:endParaRPr lang="en-US" altLang="en-US"/>
          </a:p>
        </p:txBody>
      </p:sp>
      <p:pic>
        <p:nvPicPr>
          <p:cNvPr id="20483" name="Picture 3"/>
          <p:cNvPicPr>
            <a:picLocks noChangeAspect="1"/>
          </p:cNvPicPr>
          <p:nvPr/>
        </p:nvPicPr>
        <p:blipFill>
          <a:blip r:embed="rId1"/>
          <a:stretch>
            <a:fillRect/>
          </a:stretch>
        </p:blipFill>
        <p:spPr>
          <a:xfrm>
            <a:off x="0" y="0"/>
            <a:ext cx="1308100" cy="150177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08100" y="619125"/>
            <a:ext cx="9037955" cy="1478280"/>
          </a:xfrm>
        </p:spPr>
        <p:txBody>
          <a:bodyPr/>
          <a:p>
            <a:r>
              <a:rPr lang="en-US" altLang="en-US" sz="2400">
                <a:solidFill>
                  <a:srgbClr val="FF0000"/>
                </a:solidFill>
                <a:latin typeface="Times New Roman" panose="02020603050405020304" pitchFamily="18" charset="0"/>
                <a:cs typeface="Times New Roman" panose="02020603050405020304" pitchFamily="18" charset="0"/>
              </a:rPr>
              <a:t>LIMITATIONS</a:t>
            </a:r>
            <a:endParaRPr lang="en-US" altLang="en-US" sz="240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41413" y="1978978"/>
            <a:ext cx="9906000" cy="3541712"/>
          </a:xfrm>
        </p:spPr>
        <p:txBody>
          <a:bodyPr/>
          <a:p>
            <a:pPr marL="0" indent="0">
              <a:buNone/>
            </a:pPr>
            <a:r>
              <a:rPr lang="en-US" altLang="en-US">
                <a:solidFill>
                  <a:srgbClr val="FF0000"/>
                </a:solidFill>
                <a:latin typeface="Times New Roman" panose="02020603050405020304" pitchFamily="18" charset="0"/>
                <a:cs typeface="Times New Roman" panose="02020603050405020304" pitchFamily="18" charset="0"/>
                <a:sym typeface="+mn-ea"/>
              </a:rPr>
              <a:t>4.Limited Accessibility:</a:t>
            </a:r>
            <a:endParaRPr lang="en-US" altLang="en-US">
              <a:solidFill>
                <a:srgbClr val="FF00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sym typeface="+mn-ea"/>
              </a:rPr>
              <a:t>Not all potential users may have access to or be comfortable using digital platforms, especially older adults or individuals in rural areas.</a:t>
            </a:r>
            <a:endParaRPr lang="en-US" altLang="en-US" sz="1800">
              <a:solidFill>
                <a:srgbClr val="FFFF00"/>
              </a:solidFill>
              <a:latin typeface="Times New Roman" panose="02020603050405020304" pitchFamily="18" charset="0"/>
              <a:cs typeface="Times New Roman" panose="02020603050405020304" pitchFamily="18" charset="0"/>
            </a:endParaRPr>
          </a:p>
          <a:p>
            <a:pPr marL="0" indent="0">
              <a:buNone/>
            </a:pPr>
            <a:r>
              <a:rPr lang="en-US" altLang="en-US">
                <a:solidFill>
                  <a:srgbClr val="FF0000"/>
                </a:solidFill>
                <a:latin typeface="Times New Roman" panose="02020603050405020304" pitchFamily="18" charset="0"/>
                <a:cs typeface="Times New Roman" panose="02020603050405020304" pitchFamily="18" charset="0"/>
                <a:sym typeface="+mn-ea"/>
              </a:rPr>
              <a:t>5.Resource Intensive:</a:t>
            </a:r>
            <a:endParaRPr lang="en-US" altLang="en-US">
              <a:solidFill>
                <a:srgbClr val="FF00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sym typeface="+mn-ea"/>
              </a:rPr>
              <a:t>Developing, maintaining, and upgrading these systems require significant financial and human resources, which may not always be available.</a:t>
            </a:r>
            <a:endParaRPr lang="en-US" altLang="en-US" sz="1800">
              <a:solidFill>
                <a:srgbClr val="FFFF00"/>
              </a:solidFill>
              <a:latin typeface="Times New Roman" panose="02020603050405020304" pitchFamily="18" charset="0"/>
              <a:cs typeface="Times New Roman" panose="02020603050405020304" pitchFamily="18" charset="0"/>
              <a:sym typeface="+mn-ea"/>
            </a:endParaRPr>
          </a:p>
          <a:p>
            <a:pPr marL="0" indent="0">
              <a:buNone/>
            </a:pPr>
            <a:r>
              <a:rPr lang="en-US" altLang="en-US">
                <a:solidFill>
                  <a:srgbClr val="FF0000"/>
                </a:solidFill>
                <a:latin typeface="Times New Roman" panose="02020603050405020304" pitchFamily="18" charset="0"/>
                <a:cs typeface="Times New Roman" panose="02020603050405020304" pitchFamily="18" charset="0"/>
              </a:rPr>
              <a:t>6.Privacy and Security Risks:</a:t>
            </a:r>
            <a:endParaRPr lang="en-US" altLang="en-US">
              <a:solidFill>
                <a:srgbClr val="FF00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Despite best efforts, there's always a risk of data breaches or unauthorized access to sensitive personal information.</a:t>
            </a:r>
            <a:endParaRPr lang="en-US" altLang="en-US" sz="1800">
              <a:solidFill>
                <a:srgbClr val="FFFF00"/>
              </a:solidFill>
              <a:latin typeface="Times New Roman" panose="02020603050405020304" pitchFamily="18" charset="0"/>
              <a:cs typeface="Times New Roman" panose="02020603050405020304" pitchFamily="18" charset="0"/>
            </a:endParaRPr>
          </a:p>
        </p:txBody>
      </p:sp>
      <p:pic>
        <p:nvPicPr>
          <p:cNvPr id="20483" name="Picture 3"/>
          <p:cNvPicPr>
            <a:picLocks noChangeAspect="1"/>
          </p:cNvPicPr>
          <p:nvPr/>
        </p:nvPicPr>
        <p:blipFill>
          <a:blip r:embed="rId1"/>
          <a:stretch>
            <a:fillRect/>
          </a:stretch>
        </p:blipFill>
        <p:spPr>
          <a:xfrm>
            <a:off x="0" y="0"/>
            <a:ext cx="1308100" cy="150177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IN" noProof="0" dirty="0">
                <a:ln>
                  <a:noFill/>
                </a:ln>
                <a:solidFill>
                  <a:schemeClr val="tx1">
                    <a:tint val="75000"/>
                  </a:schemeClr>
                </a:solidFill>
                <a:effectLst/>
                <a:uLnTx/>
                <a:uFillTx/>
                <a:latin typeface="Times New Roman" panose="02020603050405020304"/>
                <a:ea typeface="+mn-ea"/>
                <a:cs typeface="Times New Roman" panose="02020603050405020304"/>
                <a:sym typeface="+mn-ea"/>
              </a:rPr>
              <a:t>Modular structure of the project</a:t>
            </a:r>
            <a:endParaRPr lang="en-US"/>
          </a:p>
        </p:txBody>
      </p:sp>
      <p:sp>
        <p:nvSpPr>
          <p:cNvPr id="3" name="Content Placeholder 2"/>
          <p:cNvSpPr>
            <a:spLocks noGrp="1"/>
          </p:cNvSpPr>
          <p:nvPr>
            <p:ph idx="1"/>
          </p:nvPr>
        </p:nvSpPr>
        <p:spPr>
          <a:xfrm>
            <a:off x="1083628" y="1834833"/>
            <a:ext cx="9906000" cy="3541712"/>
          </a:xfrm>
        </p:spPr>
        <p:txBody>
          <a:bodyPr/>
          <a:p>
            <a:pPr marL="0" indent="0">
              <a:buNone/>
            </a:pPr>
            <a:r>
              <a:rPr lang="en-US" altLang="en-US">
                <a:solidFill>
                  <a:srgbClr val="FF0000"/>
                </a:solidFill>
                <a:latin typeface="Times New Roman" panose="02020603050405020304" pitchFamily="18" charset="0"/>
                <a:cs typeface="Times New Roman" panose="02020603050405020304" pitchFamily="18" charset="0"/>
              </a:rPr>
              <a:t>1 Introduction</a:t>
            </a:r>
            <a:endParaRPr lang="en-US" altLang="en-US">
              <a:solidFill>
                <a:srgbClr val="FF00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Overview: Brief description of the project.</a:t>
            </a:r>
            <a:endParaRPr lang="en-US" altLang="en-US" sz="1800">
              <a:solidFill>
                <a:srgbClr val="FFFF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Objectives: What the project aims to achieve.</a:t>
            </a:r>
            <a:endParaRPr lang="en-US" altLang="en-US" sz="1800">
              <a:solidFill>
                <a:srgbClr val="FFFF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Scope: Limitations and boundaries of the project.</a:t>
            </a:r>
            <a:endParaRPr lang="en-US" altLang="en-US">
              <a:solidFill>
                <a:srgbClr val="FFFF00"/>
              </a:solidFill>
              <a:latin typeface="Times New Roman" panose="02020603050405020304" pitchFamily="18" charset="0"/>
              <a:cs typeface="Times New Roman" panose="02020603050405020304" pitchFamily="18" charset="0"/>
            </a:endParaRPr>
          </a:p>
          <a:p>
            <a:pPr marL="0" indent="0">
              <a:buNone/>
            </a:pPr>
            <a:r>
              <a:rPr lang="en-US" altLang="en-US">
                <a:solidFill>
                  <a:srgbClr val="FF0000"/>
                </a:solidFill>
                <a:latin typeface="Times New Roman" panose="02020603050405020304" pitchFamily="18" charset="0"/>
                <a:cs typeface="Times New Roman" panose="02020603050405020304" pitchFamily="18" charset="0"/>
              </a:rPr>
              <a:t>2 System Requirements</a:t>
            </a:r>
            <a:endParaRPr lang="en-US" altLang="en-US">
              <a:solidFill>
                <a:srgbClr val="FF00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Functional Requirements: What the system should do.</a:t>
            </a:r>
            <a:endParaRPr lang="en-US" altLang="en-US" sz="1800">
              <a:solidFill>
                <a:srgbClr val="FFFF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Non-Functional Requirements: Performance, usability, etc.</a:t>
            </a:r>
            <a:endParaRPr lang="en-US" altLang="en-US" sz="1800">
              <a:solidFill>
                <a:srgbClr val="FFFF00"/>
              </a:solidFill>
              <a:latin typeface="Times New Roman" panose="02020603050405020304" pitchFamily="18" charset="0"/>
              <a:cs typeface="Times New Roman" panose="02020603050405020304" pitchFamily="18" charset="0"/>
            </a:endParaRPr>
          </a:p>
          <a:p>
            <a:pPr marL="0" indent="0">
              <a:buNone/>
            </a:pPr>
            <a:r>
              <a:rPr lang="en-US" altLang="en-US">
                <a:solidFill>
                  <a:srgbClr val="FF0000"/>
                </a:solidFill>
                <a:latin typeface="Times New Roman" panose="02020603050405020304" pitchFamily="18" charset="0"/>
                <a:cs typeface="Times New Roman" panose="02020603050405020304" pitchFamily="18" charset="0"/>
              </a:rPr>
              <a:t>3 System Design</a:t>
            </a:r>
            <a:endParaRPr lang="en-US" altLang="en-US">
              <a:solidFill>
                <a:srgbClr val="FF00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Data Flow Diagrams (DFD): Visual representation of data flow.</a:t>
            </a:r>
            <a:endParaRPr lang="en-US" altLang="en-US" sz="1800">
              <a:solidFill>
                <a:srgbClr val="FFFF00"/>
              </a:solidFill>
              <a:latin typeface="Times New Roman" panose="02020603050405020304" pitchFamily="18" charset="0"/>
              <a:cs typeface="Times New Roman" panose="02020603050405020304" pitchFamily="18" charset="0"/>
            </a:endParaRPr>
          </a:p>
          <a:p>
            <a:r>
              <a:rPr lang="en-US" altLang="en-US" sz="1800">
                <a:solidFill>
                  <a:srgbClr val="FFFF00"/>
                </a:solidFill>
                <a:latin typeface="Times New Roman" panose="02020603050405020304" pitchFamily="18" charset="0"/>
                <a:cs typeface="Times New Roman" panose="02020603050405020304" pitchFamily="18" charset="0"/>
              </a:rPr>
              <a:t>Entity-Relationship Diagrams (ERD): Shows relationships between data entities.</a:t>
            </a:r>
            <a:endParaRPr lang="en-US" altLang="en-US" sz="1800">
              <a:solidFill>
                <a:srgbClr val="FFFF00"/>
              </a:solidFill>
              <a:latin typeface="Times New Roman" panose="02020603050405020304" pitchFamily="18" charset="0"/>
              <a:cs typeface="Times New Roman" panose="02020603050405020304" pitchFamily="18" charset="0"/>
            </a:endParaRPr>
          </a:p>
          <a:p>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System Architecture: High-level design of the system.</a:t>
            </a:r>
            <a:endParaRPr lang="en-US"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958533" y="378143"/>
            <a:ext cx="9906000" cy="3541712"/>
          </a:xfrm>
        </p:spPr>
        <p:txBody>
          <a:bodyPr/>
          <a:p>
            <a:r>
              <a:rPr lang="en-US" altLang="en-US">
                <a:latin typeface="Times New Roman" panose="02020603050405020304" pitchFamily="18" charset="0"/>
                <a:cs typeface="Times New Roman" panose="02020603050405020304" pitchFamily="18" charset="0"/>
              </a:rPr>
              <a:t>System Design</a:t>
            </a:r>
            <a:endParaRPr lang="en-US" altLang="en-US">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Data Flow Diagrams (DFD): Visual representation of data flow.</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Entity-Relationship Diagrams (ERD): Shows relationships between data entities.</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System Architecture: High-level design of the system.</a:t>
            </a:r>
            <a:endParaRPr lang="en-US" altLang="en-US" sz="1800">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Implementation</a:t>
            </a:r>
            <a:endParaRPr lang="en-US" altLang="en-US">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Frontend Development: User interface design using HTML, CSS, JavaScript.</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Backend Development: Server-side logic using PHP, Python, Java, etc.</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Database Design: Structure of the database using SQL.</a:t>
            </a:r>
            <a:endParaRPr lang="en-US" altLang="en-US" sz="1800">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Testing</a:t>
            </a:r>
            <a:endParaRPr lang="en-US" altLang="en-US">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Unit Testing: Testing individual components.</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Integration Testing: Testing combined components.</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System Testing: Testing the entire system.</a:t>
            </a:r>
            <a:endParaRPr lang="en-US"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911543" y="295593"/>
            <a:ext cx="9906000" cy="3541712"/>
          </a:xfrm>
        </p:spPr>
        <p:txBody>
          <a:bodyPr/>
          <a:p>
            <a:r>
              <a:rPr lang="en-US" altLang="en-US">
                <a:latin typeface="Times New Roman" panose="02020603050405020304" pitchFamily="18" charset="0"/>
                <a:cs typeface="Times New Roman" panose="02020603050405020304" pitchFamily="18" charset="0"/>
              </a:rPr>
              <a:t>6. Deployment</a:t>
            </a:r>
            <a:endParaRPr lang="en-US" altLang="en-US">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Installation Guide: Steps to install the system.</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User Manual: Guide for end-users.</a:t>
            </a:r>
            <a:endParaRPr lang="en-US" altLang="en-US" sz="1800">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7. Maintenance</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Bug Fixing: Handling and fixing bugs.</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Updates: Adding new features and improvements.</a:t>
            </a:r>
            <a:endParaRPr lang="en-US" altLang="en-US" sz="1800">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8. Conclusion</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Summary: Recap of the project.</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Future Work: Suggestions for future enhancements.</a:t>
            </a:r>
            <a:endParaRPr lang="en-US"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IN" sz="2400" noProof="0" dirty="0">
                <a:ln>
                  <a:noFill/>
                </a:ln>
                <a:solidFill>
                  <a:schemeClr val="tx1">
                    <a:tint val="75000"/>
                  </a:schemeClr>
                </a:solidFill>
                <a:effectLst/>
                <a:uLnTx/>
                <a:uFillTx/>
                <a:latin typeface="Times New Roman" panose="02020603050405020304"/>
                <a:ea typeface="+mn-ea"/>
                <a:cs typeface="Times New Roman" panose="02020603050405020304"/>
                <a:sym typeface="+mn-ea"/>
              </a:rPr>
              <a:t>Results</a:t>
            </a:r>
            <a:endParaRPr lang="en-US" altLang="en-IN" sz="2400" noProof="0" dirty="0">
              <a:ln>
                <a:noFill/>
              </a:ln>
              <a:solidFill>
                <a:schemeClr val="tx1">
                  <a:tint val="75000"/>
                </a:schemeClr>
              </a:solidFill>
              <a:effectLst/>
              <a:uLnTx/>
              <a:uFillTx/>
              <a:latin typeface="Times New Roman" panose="02020603050405020304"/>
              <a:ea typeface="+mn-ea"/>
              <a:cs typeface="Times New Roman" panose="02020603050405020304"/>
              <a:sym typeface="+mn-ea"/>
            </a:endParaRPr>
          </a:p>
        </p:txBody>
      </p:sp>
      <p:sp>
        <p:nvSpPr>
          <p:cNvPr id="3" name="Content Placeholder 2"/>
          <p:cNvSpPr>
            <a:spLocks noGrp="1"/>
          </p:cNvSpPr>
          <p:nvPr>
            <p:ph idx="1"/>
          </p:nvPr>
        </p:nvSpPr>
        <p:spPr/>
        <p:txBody>
          <a:bodyPr/>
          <a:p>
            <a:pPr marL="0" indent="0">
              <a:buNone/>
            </a:pPr>
            <a:r>
              <a:rPr lang="en-US">
                <a:latin typeface="Times New Roman" panose="02020603050405020304" pitchFamily="18" charset="0"/>
                <a:cs typeface="Times New Roman" panose="02020603050405020304" pitchFamily="18" charset="0"/>
              </a:rPr>
              <a:t>1.Home page </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Circuit">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2000"/>
                <a:satMod val="150000"/>
                <a:lumMod val="15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0</TotalTime>
  <Words>6986</Words>
  <Application>WPS Presentation</Application>
  <PresentationFormat>Widescreen</PresentationFormat>
  <Paragraphs>141</Paragraphs>
  <Slides>16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vt:i4>
      </vt:variant>
    </vt:vector>
  </HeadingPairs>
  <TitlesOfParts>
    <vt:vector size="29" baseType="lpstr">
      <vt:lpstr>Arial</vt:lpstr>
      <vt:lpstr>SimSun</vt:lpstr>
      <vt:lpstr>Wingdings</vt:lpstr>
      <vt:lpstr>Tw Cen MT</vt:lpstr>
      <vt:lpstr>Segoe Print</vt:lpstr>
      <vt:lpstr>Trebuchet MS</vt:lpstr>
      <vt:lpstr>Times New Roman</vt:lpstr>
      <vt:lpstr>Calibri</vt:lpstr>
      <vt:lpstr>Arial Black</vt:lpstr>
      <vt:lpstr>Times New Roman</vt:lpstr>
      <vt:lpstr>Microsoft YaHei</vt:lpstr>
      <vt:lpstr>Arial Unicode MS</vt:lpstr>
      <vt:lpstr>Circuit</vt:lpstr>
      <vt:lpstr>			     Mini Project / Industrial Training Presentation SESSION 2023-24 BCC-351</vt:lpstr>
      <vt:lpstr>    </vt:lpstr>
      <vt:lpstr>Blood Bank Management Website</vt:lpstr>
      <vt:lpstr>PowerPoint 演示文稿</vt:lpstr>
      <vt:lpstr>Objective</vt:lpstr>
      <vt:lpstr>Novelness</vt:lpstr>
      <vt:lpstr>PowerPoint 演示文稿</vt:lpstr>
      <vt:lpstr>CHALLENGES</vt:lpstr>
      <vt:lpstr>CHALLENGES</vt:lpstr>
      <vt:lpstr>LIMITATIONS</vt:lpstr>
      <vt:lpstr>LIMITATIONS</vt:lpstr>
      <vt:lpstr>Modular structure of the project</vt:lpstr>
      <vt:lpstr>PowerPoint 演示文稿</vt:lpstr>
      <vt:lpstr>PowerPoint 演示文稿</vt:lpstr>
      <vt:lpstr>Results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Harikesh Singh</dc:creator>
  <cp:lastModifiedBy>Ritesh Singh</cp:lastModifiedBy>
  <cp:revision>221</cp:revision>
  <dcterms:created xsi:type="dcterms:W3CDTF">2019-09-25T05:42:00Z</dcterms:created>
  <dcterms:modified xsi:type="dcterms:W3CDTF">2024-12-05T04:56:49Z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1033-12.2.0.19307</vt:lpwstr>
  </property>
  <property fmtid="{D5CDD505-2E9C-101B-9397-08002B2CF9AE}" pid="3" name="ICV">
    <vt:lpwstr>847464DFA07F436780046F0BBCEEFD8D_12</vt:lpwstr>
  </property>
</Properties>
</file>